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8"/>
  </p:notesMasterIdLst>
  <p:sldIdLst>
    <p:sldId id="256" r:id="rId2"/>
    <p:sldId id="257" r:id="rId3"/>
    <p:sldId id="268" r:id="rId4"/>
    <p:sldId id="269" r:id="rId5"/>
    <p:sldId id="273" r:id="rId6"/>
    <p:sldId id="271" r:id="rId7"/>
    <p:sldId id="272" r:id="rId8"/>
    <p:sldId id="275" r:id="rId9"/>
    <p:sldId id="277" r:id="rId10"/>
    <p:sldId id="279" r:id="rId11"/>
    <p:sldId id="276" r:id="rId12"/>
    <p:sldId id="280" r:id="rId13"/>
    <p:sldId id="281" r:id="rId14"/>
    <p:sldId id="274" r:id="rId15"/>
    <p:sldId id="282" r:id="rId16"/>
    <p:sldId id="278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0D82"/>
    <a:srgbClr val="0C056D"/>
    <a:srgbClr val="B61AAE"/>
    <a:srgbClr val="F25D9C"/>
    <a:srgbClr val="005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45" y="77"/>
      </p:cViewPr>
      <p:guideLst/>
    </p:cSldViewPr>
  </p:slideViewPr>
  <p:notesTextViewPr>
    <p:cViewPr>
      <p:scale>
        <a:sx n="3" d="2"/>
        <a:sy n="3" d="2"/>
      </p:scale>
      <p:origin x="0" y="-43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на проверке</c:v>
                </c:pt>
              </c:strCache>
            </c:strRef>
          </c:tx>
          <c:spPr>
            <a:solidFill>
              <a:srgbClr val="F25D9C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0C056D"/>
                        </a:solidFill>
                      </a:rPr>
                      <a:t>0.073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4AC-47C9-BD96-724F23F6D05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0C056D"/>
                        </a:solidFill>
                      </a:rPr>
                      <a:t>0.910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4AC-47C9-BD96-724F23F6D05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0C056D"/>
                        </a:solidFill>
                      </a:rPr>
                      <a:t>0.980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4AC-47C9-BD96-724F23F6D05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0C056D"/>
                        </a:solidFill>
                      </a:rPr>
                      <a:t>0.985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4AC-47C9-BD96-724F23F6D05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Эксп. 0</c:v>
                </c:pt>
                <c:pt idx="1">
                  <c:v>Эксп. 1</c:v>
                </c:pt>
                <c:pt idx="2">
                  <c:v>Эксп. 2</c:v>
                </c:pt>
                <c:pt idx="3">
                  <c:v>Эксп.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7.2700000000000001E-2</c:v>
                </c:pt>
                <c:pt idx="1">
                  <c:v>0.90969999999999995</c:v>
                </c:pt>
                <c:pt idx="2">
                  <c:v>0.9798</c:v>
                </c:pt>
                <c:pt idx="3">
                  <c:v>0.98460000000000003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54AC-47C9-BD96-724F23F6D0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E7FC4"/>
            </a:solidFill>
          </a:ln>
        </c:spPr>
        <c:txPr>
          <a:bodyPr/>
          <a:lstStyle/>
          <a:p>
            <a:pPr>
              <a:defRPr sz="1200">
                <a:solidFill>
                  <a:srgbClr val="0C056D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solidFill>
            <a:srgbClr val="0C056D"/>
          </a:solidFill>
          <a:latin typeface="Arial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F25D9C"/>
              </a:solidFill>
              <a:ln>
                <a:noFill/>
              </a:ln>
            </c:spPr>
          </c:marker>
          <c:xVal>
            <c:numRef>
              <c:f>Sheet1!$A$2:$A$701</c:f>
              <c:numCache>
                <c:formatCode>General</c:formatCode>
                <c:ptCount val="700"/>
                <c:pt idx="0">
                  <c:v>14.38</c:v>
                </c:pt>
                <c:pt idx="1">
                  <c:v>1.61</c:v>
                </c:pt>
                <c:pt idx="2">
                  <c:v>4.04</c:v>
                </c:pt>
                <c:pt idx="3">
                  <c:v>9.2100000000000009</c:v>
                </c:pt>
                <c:pt idx="4">
                  <c:v>3.12</c:v>
                </c:pt>
                <c:pt idx="5">
                  <c:v>4.3</c:v>
                </c:pt>
                <c:pt idx="6">
                  <c:v>5.19</c:v>
                </c:pt>
                <c:pt idx="7">
                  <c:v>0.62</c:v>
                </c:pt>
                <c:pt idx="8">
                  <c:v>13.43</c:v>
                </c:pt>
                <c:pt idx="9">
                  <c:v>5.95</c:v>
                </c:pt>
                <c:pt idx="10">
                  <c:v>5.25</c:v>
                </c:pt>
                <c:pt idx="11">
                  <c:v>4.4800000000000004</c:v>
                </c:pt>
                <c:pt idx="12">
                  <c:v>3.37</c:v>
                </c:pt>
                <c:pt idx="13">
                  <c:v>1.3</c:v>
                </c:pt>
                <c:pt idx="14">
                  <c:v>2.12</c:v>
                </c:pt>
                <c:pt idx="15">
                  <c:v>5.04</c:v>
                </c:pt>
                <c:pt idx="16">
                  <c:v>9.17</c:v>
                </c:pt>
                <c:pt idx="17">
                  <c:v>2.37</c:v>
                </c:pt>
                <c:pt idx="18">
                  <c:v>36.479999999999997</c:v>
                </c:pt>
                <c:pt idx="19">
                  <c:v>2</c:v>
                </c:pt>
                <c:pt idx="20">
                  <c:v>12.94</c:v>
                </c:pt>
                <c:pt idx="21">
                  <c:v>1</c:v>
                </c:pt>
                <c:pt idx="22">
                  <c:v>1.91</c:v>
                </c:pt>
                <c:pt idx="23">
                  <c:v>0.43</c:v>
                </c:pt>
                <c:pt idx="24">
                  <c:v>2.71</c:v>
                </c:pt>
                <c:pt idx="25">
                  <c:v>3.81</c:v>
                </c:pt>
                <c:pt idx="26">
                  <c:v>1.24</c:v>
                </c:pt>
                <c:pt idx="27">
                  <c:v>2.33</c:v>
                </c:pt>
                <c:pt idx="28">
                  <c:v>2.92</c:v>
                </c:pt>
                <c:pt idx="29">
                  <c:v>2.85</c:v>
                </c:pt>
                <c:pt idx="30">
                  <c:v>6.35</c:v>
                </c:pt>
                <c:pt idx="31">
                  <c:v>16.72</c:v>
                </c:pt>
                <c:pt idx="32">
                  <c:v>1.19</c:v>
                </c:pt>
                <c:pt idx="33">
                  <c:v>2.71</c:v>
                </c:pt>
                <c:pt idx="34">
                  <c:v>1.1599999999999999</c:v>
                </c:pt>
                <c:pt idx="35">
                  <c:v>2.66</c:v>
                </c:pt>
                <c:pt idx="36">
                  <c:v>4.76</c:v>
                </c:pt>
                <c:pt idx="37">
                  <c:v>0.77</c:v>
                </c:pt>
                <c:pt idx="38">
                  <c:v>5.94</c:v>
                </c:pt>
                <c:pt idx="39">
                  <c:v>0.25</c:v>
                </c:pt>
                <c:pt idx="40">
                  <c:v>14.9</c:v>
                </c:pt>
                <c:pt idx="41">
                  <c:v>2.71</c:v>
                </c:pt>
                <c:pt idx="42">
                  <c:v>2.4</c:v>
                </c:pt>
                <c:pt idx="43">
                  <c:v>22.51</c:v>
                </c:pt>
                <c:pt idx="44">
                  <c:v>27.04</c:v>
                </c:pt>
                <c:pt idx="45">
                  <c:v>2.71</c:v>
                </c:pt>
                <c:pt idx="46">
                  <c:v>10.68</c:v>
                </c:pt>
                <c:pt idx="47">
                  <c:v>2.66</c:v>
                </c:pt>
                <c:pt idx="48">
                  <c:v>0.69</c:v>
                </c:pt>
                <c:pt idx="49">
                  <c:v>2.44</c:v>
                </c:pt>
                <c:pt idx="50">
                  <c:v>2.1</c:v>
                </c:pt>
                <c:pt idx="51">
                  <c:v>6.16</c:v>
                </c:pt>
                <c:pt idx="52">
                  <c:v>19.59</c:v>
                </c:pt>
                <c:pt idx="53">
                  <c:v>1.75</c:v>
                </c:pt>
                <c:pt idx="54">
                  <c:v>13.94</c:v>
                </c:pt>
                <c:pt idx="55">
                  <c:v>1.88</c:v>
                </c:pt>
                <c:pt idx="56">
                  <c:v>1</c:v>
                </c:pt>
                <c:pt idx="57">
                  <c:v>15.8</c:v>
                </c:pt>
                <c:pt idx="58">
                  <c:v>4.22</c:v>
                </c:pt>
                <c:pt idx="59">
                  <c:v>3.45</c:v>
                </c:pt>
                <c:pt idx="60">
                  <c:v>3.25</c:v>
                </c:pt>
                <c:pt idx="61">
                  <c:v>8.68</c:v>
                </c:pt>
                <c:pt idx="62">
                  <c:v>15.84</c:v>
                </c:pt>
                <c:pt idx="63">
                  <c:v>5.89</c:v>
                </c:pt>
                <c:pt idx="64">
                  <c:v>0.79</c:v>
                </c:pt>
                <c:pt idx="65">
                  <c:v>16.37</c:v>
                </c:pt>
                <c:pt idx="66">
                  <c:v>2.4900000000000002</c:v>
                </c:pt>
                <c:pt idx="67">
                  <c:v>6.82</c:v>
                </c:pt>
                <c:pt idx="68">
                  <c:v>1.18</c:v>
                </c:pt>
                <c:pt idx="69">
                  <c:v>7.35</c:v>
                </c:pt>
                <c:pt idx="70">
                  <c:v>14.1</c:v>
                </c:pt>
                <c:pt idx="71">
                  <c:v>1.62</c:v>
                </c:pt>
                <c:pt idx="72">
                  <c:v>8.35</c:v>
                </c:pt>
                <c:pt idx="73">
                  <c:v>5.07</c:v>
                </c:pt>
                <c:pt idx="74">
                  <c:v>9.14</c:v>
                </c:pt>
                <c:pt idx="75">
                  <c:v>40</c:v>
                </c:pt>
                <c:pt idx="76">
                  <c:v>3.22</c:v>
                </c:pt>
                <c:pt idx="77">
                  <c:v>3.1</c:v>
                </c:pt>
                <c:pt idx="78">
                  <c:v>9.16</c:v>
                </c:pt>
                <c:pt idx="79">
                  <c:v>20.98</c:v>
                </c:pt>
                <c:pt idx="80">
                  <c:v>6.53</c:v>
                </c:pt>
                <c:pt idx="81">
                  <c:v>32.130000000000003</c:v>
                </c:pt>
                <c:pt idx="82">
                  <c:v>16.829999999999998</c:v>
                </c:pt>
                <c:pt idx="83">
                  <c:v>1.68</c:v>
                </c:pt>
                <c:pt idx="84">
                  <c:v>10.94</c:v>
                </c:pt>
                <c:pt idx="85">
                  <c:v>2.79</c:v>
                </c:pt>
                <c:pt idx="86">
                  <c:v>4.21</c:v>
                </c:pt>
                <c:pt idx="87">
                  <c:v>1.4</c:v>
                </c:pt>
                <c:pt idx="88">
                  <c:v>7.81</c:v>
                </c:pt>
                <c:pt idx="89">
                  <c:v>2.57</c:v>
                </c:pt>
                <c:pt idx="90">
                  <c:v>5.3</c:v>
                </c:pt>
                <c:pt idx="91">
                  <c:v>0.86</c:v>
                </c:pt>
                <c:pt idx="92">
                  <c:v>0.78</c:v>
                </c:pt>
                <c:pt idx="93">
                  <c:v>5.07</c:v>
                </c:pt>
                <c:pt idx="94">
                  <c:v>20.56</c:v>
                </c:pt>
                <c:pt idx="95">
                  <c:v>2.41</c:v>
                </c:pt>
                <c:pt idx="96">
                  <c:v>42.35</c:v>
                </c:pt>
                <c:pt idx="97">
                  <c:v>11.87</c:v>
                </c:pt>
                <c:pt idx="98">
                  <c:v>16.420000000000002</c:v>
                </c:pt>
                <c:pt idx="99">
                  <c:v>2.5299999999999998</c:v>
                </c:pt>
                <c:pt idx="100">
                  <c:v>28.45</c:v>
                </c:pt>
                <c:pt idx="101">
                  <c:v>0.04</c:v>
                </c:pt>
                <c:pt idx="102">
                  <c:v>30.5</c:v>
                </c:pt>
                <c:pt idx="103">
                  <c:v>9.15</c:v>
                </c:pt>
                <c:pt idx="104">
                  <c:v>2.08</c:v>
                </c:pt>
                <c:pt idx="105">
                  <c:v>11.34</c:v>
                </c:pt>
                <c:pt idx="106">
                  <c:v>6.88</c:v>
                </c:pt>
                <c:pt idx="107">
                  <c:v>7.59</c:v>
                </c:pt>
                <c:pt idx="108">
                  <c:v>2.41</c:v>
                </c:pt>
                <c:pt idx="109">
                  <c:v>15.63</c:v>
                </c:pt>
                <c:pt idx="110">
                  <c:v>15.88</c:v>
                </c:pt>
                <c:pt idx="111">
                  <c:v>2.84</c:v>
                </c:pt>
                <c:pt idx="112">
                  <c:v>0.76</c:v>
                </c:pt>
                <c:pt idx="113">
                  <c:v>1</c:v>
                </c:pt>
                <c:pt idx="114">
                  <c:v>0.72</c:v>
                </c:pt>
                <c:pt idx="115">
                  <c:v>1.27</c:v>
                </c:pt>
                <c:pt idx="116">
                  <c:v>1.97</c:v>
                </c:pt>
                <c:pt idx="117">
                  <c:v>2.96</c:v>
                </c:pt>
                <c:pt idx="118">
                  <c:v>12.19</c:v>
                </c:pt>
                <c:pt idx="119">
                  <c:v>9.51</c:v>
                </c:pt>
                <c:pt idx="120">
                  <c:v>5.0199999999999996</c:v>
                </c:pt>
                <c:pt idx="121">
                  <c:v>6.25</c:v>
                </c:pt>
                <c:pt idx="122">
                  <c:v>0.84</c:v>
                </c:pt>
                <c:pt idx="123">
                  <c:v>3.82</c:v>
                </c:pt>
                <c:pt idx="124">
                  <c:v>3.49</c:v>
                </c:pt>
                <c:pt idx="125">
                  <c:v>2.86</c:v>
                </c:pt>
                <c:pt idx="126">
                  <c:v>9.4</c:v>
                </c:pt>
                <c:pt idx="127">
                  <c:v>2.2799999999999998</c:v>
                </c:pt>
                <c:pt idx="128">
                  <c:v>2.19</c:v>
                </c:pt>
                <c:pt idx="129">
                  <c:v>2.85</c:v>
                </c:pt>
                <c:pt idx="130">
                  <c:v>8</c:v>
                </c:pt>
                <c:pt idx="131">
                  <c:v>6.64</c:v>
                </c:pt>
                <c:pt idx="132">
                  <c:v>2</c:v>
                </c:pt>
                <c:pt idx="133">
                  <c:v>0.71</c:v>
                </c:pt>
                <c:pt idx="134">
                  <c:v>33.54</c:v>
                </c:pt>
                <c:pt idx="135">
                  <c:v>2.61</c:v>
                </c:pt>
                <c:pt idx="136">
                  <c:v>9.36</c:v>
                </c:pt>
                <c:pt idx="137">
                  <c:v>1.91</c:v>
                </c:pt>
                <c:pt idx="138">
                  <c:v>5</c:v>
                </c:pt>
                <c:pt idx="139">
                  <c:v>1.61</c:v>
                </c:pt>
                <c:pt idx="140">
                  <c:v>0.78</c:v>
                </c:pt>
                <c:pt idx="141">
                  <c:v>18.59</c:v>
                </c:pt>
                <c:pt idx="142">
                  <c:v>2.73</c:v>
                </c:pt>
                <c:pt idx="143">
                  <c:v>2</c:v>
                </c:pt>
                <c:pt idx="144">
                  <c:v>7.25</c:v>
                </c:pt>
                <c:pt idx="145">
                  <c:v>1.96</c:v>
                </c:pt>
                <c:pt idx="146">
                  <c:v>1.1599999999999999</c:v>
                </c:pt>
                <c:pt idx="147">
                  <c:v>3.45</c:v>
                </c:pt>
                <c:pt idx="148">
                  <c:v>5.9</c:v>
                </c:pt>
                <c:pt idx="149">
                  <c:v>0.22</c:v>
                </c:pt>
                <c:pt idx="150">
                  <c:v>8.5500000000000007</c:v>
                </c:pt>
                <c:pt idx="151">
                  <c:v>1.52</c:v>
                </c:pt>
                <c:pt idx="152">
                  <c:v>3.18</c:v>
                </c:pt>
                <c:pt idx="153">
                  <c:v>2</c:v>
                </c:pt>
                <c:pt idx="154">
                  <c:v>1.1499999999999999</c:v>
                </c:pt>
                <c:pt idx="155">
                  <c:v>1.07</c:v>
                </c:pt>
                <c:pt idx="156">
                  <c:v>2.68</c:v>
                </c:pt>
                <c:pt idx="157">
                  <c:v>0.61</c:v>
                </c:pt>
                <c:pt idx="158">
                  <c:v>14.04</c:v>
                </c:pt>
                <c:pt idx="159">
                  <c:v>0.61</c:v>
                </c:pt>
                <c:pt idx="160">
                  <c:v>14.03</c:v>
                </c:pt>
                <c:pt idx="161">
                  <c:v>16.03</c:v>
                </c:pt>
                <c:pt idx="162">
                  <c:v>2.0499999999999998</c:v>
                </c:pt>
                <c:pt idx="163">
                  <c:v>4.5999999999999996</c:v>
                </c:pt>
                <c:pt idx="164">
                  <c:v>9.15</c:v>
                </c:pt>
                <c:pt idx="165">
                  <c:v>32.33</c:v>
                </c:pt>
                <c:pt idx="166">
                  <c:v>14.17</c:v>
                </c:pt>
                <c:pt idx="167">
                  <c:v>2.76</c:v>
                </c:pt>
                <c:pt idx="168">
                  <c:v>8.86</c:v>
                </c:pt>
                <c:pt idx="169">
                  <c:v>6.46</c:v>
                </c:pt>
                <c:pt idx="170">
                  <c:v>23.25</c:v>
                </c:pt>
                <c:pt idx="171">
                  <c:v>0.47</c:v>
                </c:pt>
                <c:pt idx="172">
                  <c:v>1.52</c:v>
                </c:pt>
                <c:pt idx="173">
                  <c:v>3.59</c:v>
                </c:pt>
                <c:pt idx="174">
                  <c:v>1.71</c:v>
                </c:pt>
                <c:pt idx="175">
                  <c:v>11.32</c:v>
                </c:pt>
                <c:pt idx="176">
                  <c:v>2.2200000000000002</c:v>
                </c:pt>
                <c:pt idx="177">
                  <c:v>5.04</c:v>
                </c:pt>
                <c:pt idx="178">
                  <c:v>5.08</c:v>
                </c:pt>
                <c:pt idx="179">
                  <c:v>4.57</c:v>
                </c:pt>
                <c:pt idx="180">
                  <c:v>2.41</c:v>
                </c:pt>
                <c:pt idx="181">
                  <c:v>7.91</c:v>
                </c:pt>
                <c:pt idx="182">
                  <c:v>1.59</c:v>
                </c:pt>
                <c:pt idx="183">
                  <c:v>11.12</c:v>
                </c:pt>
                <c:pt idx="184">
                  <c:v>2.81</c:v>
                </c:pt>
                <c:pt idx="185">
                  <c:v>1.26</c:v>
                </c:pt>
                <c:pt idx="186">
                  <c:v>5.51</c:v>
                </c:pt>
                <c:pt idx="187">
                  <c:v>2.79</c:v>
                </c:pt>
                <c:pt idx="188">
                  <c:v>27.06</c:v>
                </c:pt>
                <c:pt idx="189">
                  <c:v>2.5</c:v>
                </c:pt>
                <c:pt idx="190">
                  <c:v>5.68</c:v>
                </c:pt>
                <c:pt idx="191">
                  <c:v>9.91</c:v>
                </c:pt>
                <c:pt idx="192">
                  <c:v>5.62</c:v>
                </c:pt>
                <c:pt idx="193">
                  <c:v>0.87</c:v>
                </c:pt>
                <c:pt idx="194">
                  <c:v>25.13</c:v>
                </c:pt>
                <c:pt idx="195">
                  <c:v>1.52</c:v>
                </c:pt>
                <c:pt idx="196">
                  <c:v>2.98</c:v>
                </c:pt>
                <c:pt idx="197">
                  <c:v>0.82</c:v>
                </c:pt>
                <c:pt idx="198">
                  <c:v>34.26</c:v>
                </c:pt>
                <c:pt idx="199">
                  <c:v>2.2400000000000002</c:v>
                </c:pt>
                <c:pt idx="200">
                  <c:v>1.76</c:v>
                </c:pt>
                <c:pt idx="201">
                  <c:v>13.54</c:v>
                </c:pt>
                <c:pt idx="202">
                  <c:v>1.33</c:v>
                </c:pt>
                <c:pt idx="203">
                  <c:v>5.86</c:v>
                </c:pt>
                <c:pt idx="204">
                  <c:v>3.07</c:v>
                </c:pt>
                <c:pt idx="205">
                  <c:v>9.73</c:v>
                </c:pt>
                <c:pt idx="206">
                  <c:v>1.81</c:v>
                </c:pt>
                <c:pt idx="207">
                  <c:v>16.54</c:v>
                </c:pt>
                <c:pt idx="208">
                  <c:v>3.64</c:v>
                </c:pt>
                <c:pt idx="209">
                  <c:v>44.41</c:v>
                </c:pt>
                <c:pt idx="210">
                  <c:v>6.76</c:v>
                </c:pt>
                <c:pt idx="211">
                  <c:v>21.35</c:v>
                </c:pt>
                <c:pt idx="212">
                  <c:v>24.96</c:v>
                </c:pt>
                <c:pt idx="213">
                  <c:v>4.46</c:v>
                </c:pt>
                <c:pt idx="214">
                  <c:v>8.6</c:v>
                </c:pt>
                <c:pt idx="215">
                  <c:v>8.26</c:v>
                </c:pt>
                <c:pt idx="216">
                  <c:v>2.12</c:v>
                </c:pt>
                <c:pt idx="217">
                  <c:v>9.65</c:v>
                </c:pt>
                <c:pt idx="218">
                  <c:v>5.63</c:v>
                </c:pt>
                <c:pt idx="219">
                  <c:v>4.4400000000000004</c:v>
                </c:pt>
                <c:pt idx="220">
                  <c:v>11.06</c:v>
                </c:pt>
                <c:pt idx="221">
                  <c:v>0.41</c:v>
                </c:pt>
                <c:pt idx="222">
                  <c:v>9.42</c:v>
                </c:pt>
                <c:pt idx="223">
                  <c:v>7.95</c:v>
                </c:pt>
                <c:pt idx="224">
                  <c:v>5.92</c:v>
                </c:pt>
                <c:pt idx="225">
                  <c:v>19.39</c:v>
                </c:pt>
                <c:pt idx="226">
                  <c:v>1.98</c:v>
                </c:pt>
                <c:pt idx="227">
                  <c:v>2.39</c:v>
                </c:pt>
                <c:pt idx="228">
                  <c:v>2.46</c:v>
                </c:pt>
                <c:pt idx="229">
                  <c:v>0.96</c:v>
                </c:pt>
                <c:pt idx="230">
                  <c:v>4</c:v>
                </c:pt>
                <c:pt idx="231">
                  <c:v>19.399999999999999</c:v>
                </c:pt>
                <c:pt idx="232">
                  <c:v>34.74</c:v>
                </c:pt>
                <c:pt idx="233">
                  <c:v>1.21</c:v>
                </c:pt>
                <c:pt idx="234">
                  <c:v>2.87</c:v>
                </c:pt>
                <c:pt idx="235">
                  <c:v>2.67</c:v>
                </c:pt>
                <c:pt idx="236">
                  <c:v>1.37</c:v>
                </c:pt>
                <c:pt idx="237">
                  <c:v>1.8</c:v>
                </c:pt>
                <c:pt idx="238">
                  <c:v>5.8</c:v>
                </c:pt>
                <c:pt idx="239">
                  <c:v>9.43</c:v>
                </c:pt>
                <c:pt idx="240">
                  <c:v>1.9</c:v>
                </c:pt>
                <c:pt idx="241">
                  <c:v>1.38</c:v>
                </c:pt>
                <c:pt idx="242">
                  <c:v>2.29</c:v>
                </c:pt>
                <c:pt idx="243">
                  <c:v>10.9</c:v>
                </c:pt>
                <c:pt idx="244">
                  <c:v>3.18</c:v>
                </c:pt>
                <c:pt idx="245">
                  <c:v>2.61</c:v>
                </c:pt>
                <c:pt idx="246">
                  <c:v>2.33</c:v>
                </c:pt>
                <c:pt idx="247">
                  <c:v>2.4500000000000002</c:v>
                </c:pt>
                <c:pt idx="248">
                  <c:v>6.46</c:v>
                </c:pt>
                <c:pt idx="249">
                  <c:v>12.57</c:v>
                </c:pt>
                <c:pt idx="250">
                  <c:v>2.17</c:v>
                </c:pt>
                <c:pt idx="251">
                  <c:v>1.71</c:v>
                </c:pt>
                <c:pt idx="252">
                  <c:v>16.36</c:v>
                </c:pt>
                <c:pt idx="253">
                  <c:v>9.99</c:v>
                </c:pt>
                <c:pt idx="254">
                  <c:v>8.27</c:v>
                </c:pt>
                <c:pt idx="255">
                  <c:v>3.53</c:v>
                </c:pt>
                <c:pt idx="256">
                  <c:v>8.07</c:v>
                </c:pt>
                <c:pt idx="257">
                  <c:v>4.5999999999999996</c:v>
                </c:pt>
                <c:pt idx="258">
                  <c:v>2.02</c:v>
                </c:pt>
                <c:pt idx="259">
                  <c:v>16.53</c:v>
                </c:pt>
                <c:pt idx="260">
                  <c:v>6.03</c:v>
                </c:pt>
                <c:pt idx="261">
                  <c:v>0.86</c:v>
                </c:pt>
                <c:pt idx="262">
                  <c:v>1</c:v>
                </c:pt>
                <c:pt idx="263">
                  <c:v>1.36</c:v>
                </c:pt>
                <c:pt idx="264">
                  <c:v>2.2799999999999998</c:v>
                </c:pt>
                <c:pt idx="265">
                  <c:v>2.02</c:v>
                </c:pt>
                <c:pt idx="266">
                  <c:v>16.64</c:v>
                </c:pt>
                <c:pt idx="267">
                  <c:v>10.56</c:v>
                </c:pt>
                <c:pt idx="268">
                  <c:v>0.31</c:v>
                </c:pt>
                <c:pt idx="269">
                  <c:v>2.56</c:v>
                </c:pt>
                <c:pt idx="270">
                  <c:v>9.33</c:v>
                </c:pt>
                <c:pt idx="271">
                  <c:v>2.57</c:v>
                </c:pt>
                <c:pt idx="272">
                  <c:v>1.2</c:v>
                </c:pt>
                <c:pt idx="273">
                  <c:v>4.21</c:v>
                </c:pt>
                <c:pt idx="274">
                  <c:v>20.54</c:v>
                </c:pt>
                <c:pt idx="275">
                  <c:v>30.6</c:v>
                </c:pt>
                <c:pt idx="276">
                  <c:v>40.299999999999997</c:v>
                </c:pt>
                <c:pt idx="277">
                  <c:v>1.88</c:v>
                </c:pt>
                <c:pt idx="278">
                  <c:v>1.75</c:v>
                </c:pt>
                <c:pt idx="279">
                  <c:v>2</c:v>
                </c:pt>
                <c:pt idx="280">
                  <c:v>3.83</c:v>
                </c:pt>
                <c:pt idx="281">
                  <c:v>1.54</c:v>
                </c:pt>
                <c:pt idx="282">
                  <c:v>2.12</c:v>
                </c:pt>
                <c:pt idx="283">
                  <c:v>16.399999999999999</c:v>
                </c:pt>
                <c:pt idx="284">
                  <c:v>20.149999999999999</c:v>
                </c:pt>
                <c:pt idx="285">
                  <c:v>2</c:v>
                </c:pt>
                <c:pt idx="286">
                  <c:v>0.92</c:v>
                </c:pt>
                <c:pt idx="287">
                  <c:v>1.24</c:v>
                </c:pt>
                <c:pt idx="288">
                  <c:v>3.37</c:v>
                </c:pt>
                <c:pt idx="289">
                  <c:v>1.4</c:v>
                </c:pt>
                <c:pt idx="290">
                  <c:v>1.51</c:v>
                </c:pt>
                <c:pt idx="291">
                  <c:v>1.47</c:v>
                </c:pt>
                <c:pt idx="292">
                  <c:v>2.12</c:v>
                </c:pt>
                <c:pt idx="293">
                  <c:v>11.35</c:v>
                </c:pt>
                <c:pt idx="294">
                  <c:v>0.56999999999999995</c:v>
                </c:pt>
                <c:pt idx="295">
                  <c:v>12.22</c:v>
                </c:pt>
                <c:pt idx="296">
                  <c:v>16.03</c:v>
                </c:pt>
                <c:pt idx="297">
                  <c:v>1.06</c:v>
                </c:pt>
                <c:pt idx="298">
                  <c:v>2.17</c:v>
                </c:pt>
                <c:pt idx="299">
                  <c:v>11.43</c:v>
                </c:pt>
                <c:pt idx="300">
                  <c:v>1.76</c:v>
                </c:pt>
                <c:pt idx="301">
                  <c:v>3</c:v>
                </c:pt>
                <c:pt idx="302">
                  <c:v>2.4900000000000002</c:v>
                </c:pt>
                <c:pt idx="303">
                  <c:v>36.17</c:v>
                </c:pt>
                <c:pt idx="304">
                  <c:v>28.57</c:v>
                </c:pt>
                <c:pt idx="305">
                  <c:v>1.77</c:v>
                </c:pt>
                <c:pt idx="306">
                  <c:v>1.98</c:v>
                </c:pt>
                <c:pt idx="307">
                  <c:v>2.2200000000000002</c:v>
                </c:pt>
                <c:pt idx="308">
                  <c:v>2.21</c:v>
                </c:pt>
                <c:pt idx="309">
                  <c:v>2.13</c:v>
                </c:pt>
                <c:pt idx="310">
                  <c:v>16.38</c:v>
                </c:pt>
                <c:pt idx="311">
                  <c:v>42.44</c:v>
                </c:pt>
                <c:pt idx="312">
                  <c:v>10.98</c:v>
                </c:pt>
                <c:pt idx="313">
                  <c:v>6.42</c:v>
                </c:pt>
                <c:pt idx="314">
                  <c:v>24.13</c:v>
                </c:pt>
                <c:pt idx="315">
                  <c:v>5.39</c:v>
                </c:pt>
                <c:pt idx="316">
                  <c:v>3.12</c:v>
                </c:pt>
                <c:pt idx="317">
                  <c:v>13.37</c:v>
                </c:pt>
                <c:pt idx="318">
                  <c:v>0.86</c:v>
                </c:pt>
                <c:pt idx="319">
                  <c:v>5.0199999999999996</c:v>
                </c:pt>
                <c:pt idx="320">
                  <c:v>2.4500000000000002</c:v>
                </c:pt>
                <c:pt idx="321">
                  <c:v>1.42</c:v>
                </c:pt>
                <c:pt idx="322">
                  <c:v>7.96</c:v>
                </c:pt>
                <c:pt idx="323">
                  <c:v>1.6</c:v>
                </c:pt>
                <c:pt idx="324">
                  <c:v>15.71</c:v>
                </c:pt>
                <c:pt idx="325">
                  <c:v>8.57</c:v>
                </c:pt>
                <c:pt idx="326">
                  <c:v>0.76</c:v>
                </c:pt>
                <c:pt idx="327">
                  <c:v>2.08</c:v>
                </c:pt>
                <c:pt idx="328">
                  <c:v>9</c:v>
                </c:pt>
                <c:pt idx="329">
                  <c:v>4.33</c:v>
                </c:pt>
                <c:pt idx="330">
                  <c:v>16.45</c:v>
                </c:pt>
                <c:pt idx="331">
                  <c:v>0.56999999999999995</c:v>
                </c:pt>
                <c:pt idx="332">
                  <c:v>1.81</c:v>
                </c:pt>
                <c:pt idx="333">
                  <c:v>2.62</c:v>
                </c:pt>
                <c:pt idx="334">
                  <c:v>2.56</c:v>
                </c:pt>
                <c:pt idx="335">
                  <c:v>1.78</c:v>
                </c:pt>
                <c:pt idx="336">
                  <c:v>1.2</c:v>
                </c:pt>
                <c:pt idx="337">
                  <c:v>17.87</c:v>
                </c:pt>
                <c:pt idx="338">
                  <c:v>5.65</c:v>
                </c:pt>
                <c:pt idx="339">
                  <c:v>18.809999999999999</c:v>
                </c:pt>
                <c:pt idx="340">
                  <c:v>19.420000000000002</c:v>
                </c:pt>
                <c:pt idx="341">
                  <c:v>9.4499999999999993</c:v>
                </c:pt>
                <c:pt idx="342">
                  <c:v>8.15</c:v>
                </c:pt>
                <c:pt idx="343">
                  <c:v>1.67</c:v>
                </c:pt>
                <c:pt idx="344">
                  <c:v>1.45</c:v>
                </c:pt>
                <c:pt idx="345">
                  <c:v>34.26</c:v>
                </c:pt>
                <c:pt idx="346">
                  <c:v>2.85</c:v>
                </c:pt>
                <c:pt idx="347">
                  <c:v>1.48</c:v>
                </c:pt>
                <c:pt idx="348">
                  <c:v>4.26</c:v>
                </c:pt>
                <c:pt idx="349">
                  <c:v>0.85</c:v>
                </c:pt>
                <c:pt idx="350">
                  <c:v>19.420000000000002</c:v>
                </c:pt>
                <c:pt idx="351">
                  <c:v>12.27</c:v>
                </c:pt>
                <c:pt idx="352">
                  <c:v>11.97</c:v>
                </c:pt>
                <c:pt idx="353">
                  <c:v>1.46</c:v>
                </c:pt>
                <c:pt idx="354">
                  <c:v>2.38</c:v>
                </c:pt>
                <c:pt idx="355">
                  <c:v>5.23</c:v>
                </c:pt>
                <c:pt idx="356">
                  <c:v>25.89</c:v>
                </c:pt>
                <c:pt idx="357">
                  <c:v>2.7</c:v>
                </c:pt>
                <c:pt idx="358">
                  <c:v>25.28</c:v>
                </c:pt>
                <c:pt idx="359">
                  <c:v>1.5</c:v>
                </c:pt>
                <c:pt idx="360">
                  <c:v>1.25</c:v>
                </c:pt>
                <c:pt idx="361">
                  <c:v>5.48</c:v>
                </c:pt>
                <c:pt idx="362">
                  <c:v>3.59</c:v>
                </c:pt>
                <c:pt idx="363">
                  <c:v>1.43</c:v>
                </c:pt>
                <c:pt idx="364">
                  <c:v>0.57999999999999996</c:v>
                </c:pt>
                <c:pt idx="365">
                  <c:v>9.17</c:v>
                </c:pt>
                <c:pt idx="366">
                  <c:v>11.26</c:v>
                </c:pt>
                <c:pt idx="367">
                  <c:v>4.13</c:v>
                </c:pt>
                <c:pt idx="368">
                  <c:v>1.71</c:v>
                </c:pt>
                <c:pt idx="369">
                  <c:v>7.33</c:v>
                </c:pt>
                <c:pt idx="370">
                  <c:v>2.97</c:v>
                </c:pt>
                <c:pt idx="371">
                  <c:v>9.4700000000000006</c:v>
                </c:pt>
                <c:pt idx="372">
                  <c:v>2.2999999999999998</c:v>
                </c:pt>
                <c:pt idx="373">
                  <c:v>1.78</c:v>
                </c:pt>
                <c:pt idx="374">
                  <c:v>3.73</c:v>
                </c:pt>
                <c:pt idx="375">
                  <c:v>1.56</c:v>
                </c:pt>
                <c:pt idx="376">
                  <c:v>6.03</c:v>
                </c:pt>
                <c:pt idx="377">
                  <c:v>3.39</c:v>
                </c:pt>
                <c:pt idx="378">
                  <c:v>1.8</c:v>
                </c:pt>
                <c:pt idx="379">
                  <c:v>4</c:v>
                </c:pt>
                <c:pt idx="380">
                  <c:v>5.09</c:v>
                </c:pt>
                <c:pt idx="381">
                  <c:v>3.18</c:v>
                </c:pt>
                <c:pt idx="382">
                  <c:v>2.78</c:v>
                </c:pt>
                <c:pt idx="383">
                  <c:v>3.17</c:v>
                </c:pt>
                <c:pt idx="384">
                  <c:v>4.38</c:v>
                </c:pt>
                <c:pt idx="385">
                  <c:v>3.4</c:v>
                </c:pt>
                <c:pt idx="386">
                  <c:v>4.6100000000000003</c:v>
                </c:pt>
                <c:pt idx="387">
                  <c:v>19.93</c:v>
                </c:pt>
                <c:pt idx="388">
                  <c:v>1.89</c:v>
                </c:pt>
                <c:pt idx="389">
                  <c:v>1.24</c:v>
                </c:pt>
                <c:pt idx="390">
                  <c:v>0.84</c:v>
                </c:pt>
                <c:pt idx="391">
                  <c:v>3.12</c:v>
                </c:pt>
                <c:pt idx="392">
                  <c:v>15.6</c:v>
                </c:pt>
                <c:pt idx="393">
                  <c:v>1.6</c:v>
                </c:pt>
                <c:pt idx="394">
                  <c:v>8.57</c:v>
                </c:pt>
                <c:pt idx="395">
                  <c:v>5.32</c:v>
                </c:pt>
                <c:pt idx="396">
                  <c:v>4.68</c:v>
                </c:pt>
                <c:pt idx="397">
                  <c:v>1.95</c:v>
                </c:pt>
                <c:pt idx="398">
                  <c:v>20</c:v>
                </c:pt>
                <c:pt idx="399">
                  <c:v>16.8</c:v>
                </c:pt>
                <c:pt idx="400">
                  <c:v>6.77</c:v>
                </c:pt>
                <c:pt idx="401">
                  <c:v>8.64</c:v>
                </c:pt>
                <c:pt idx="402">
                  <c:v>2.61</c:v>
                </c:pt>
                <c:pt idx="403">
                  <c:v>4.21</c:v>
                </c:pt>
                <c:pt idx="404">
                  <c:v>20.64</c:v>
                </c:pt>
                <c:pt idx="405">
                  <c:v>2.39</c:v>
                </c:pt>
                <c:pt idx="406">
                  <c:v>10.29</c:v>
                </c:pt>
                <c:pt idx="407">
                  <c:v>2.14</c:v>
                </c:pt>
                <c:pt idx="408">
                  <c:v>9.77</c:v>
                </c:pt>
                <c:pt idx="409">
                  <c:v>25.58</c:v>
                </c:pt>
                <c:pt idx="410">
                  <c:v>2.31</c:v>
                </c:pt>
                <c:pt idx="411">
                  <c:v>2.44</c:v>
                </c:pt>
                <c:pt idx="412">
                  <c:v>2.81</c:v>
                </c:pt>
                <c:pt idx="413">
                  <c:v>10.33</c:v>
                </c:pt>
                <c:pt idx="414">
                  <c:v>6.1</c:v>
                </c:pt>
                <c:pt idx="415">
                  <c:v>3.6</c:v>
                </c:pt>
                <c:pt idx="416">
                  <c:v>23.58</c:v>
                </c:pt>
                <c:pt idx="417">
                  <c:v>12.43</c:v>
                </c:pt>
                <c:pt idx="418">
                  <c:v>1.48</c:v>
                </c:pt>
                <c:pt idx="419">
                  <c:v>7.1</c:v>
                </c:pt>
                <c:pt idx="420">
                  <c:v>1.89</c:v>
                </c:pt>
                <c:pt idx="421">
                  <c:v>2.17</c:v>
                </c:pt>
                <c:pt idx="422">
                  <c:v>19.170000000000002</c:v>
                </c:pt>
                <c:pt idx="423">
                  <c:v>5.19</c:v>
                </c:pt>
                <c:pt idx="424">
                  <c:v>0.78</c:v>
                </c:pt>
                <c:pt idx="425">
                  <c:v>2.33</c:v>
                </c:pt>
                <c:pt idx="426">
                  <c:v>5.69</c:v>
                </c:pt>
                <c:pt idx="427">
                  <c:v>8.49</c:v>
                </c:pt>
                <c:pt idx="428">
                  <c:v>13.16</c:v>
                </c:pt>
                <c:pt idx="429">
                  <c:v>18.55</c:v>
                </c:pt>
                <c:pt idx="430">
                  <c:v>9.35</c:v>
                </c:pt>
                <c:pt idx="431">
                  <c:v>2.7</c:v>
                </c:pt>
                <c:pt idx="432">
                  <c:v>6.56</c:v>
                </c:pt>
                <c:pt idx="433">
                  <c:v>36.799999999999997</c:v>
                </c:pt>
                <c:pt idx="434">
                  <c:v>2</c:v>
                </c:pt>
                <c:pt idx="435">
                  <c:v>3.13</c:v>
                </c:pt>
                <c:pt idx="436">
                  <c:v>3.35</c:v>
                </c:pt>
                <c:pt idx="437">
                  <c:v>2.09</c:v>
                </c:pt>
                <c:pt idx="438">
                  <c:v>9.32</c:v>
                </c:pt>
                <c:pt idx="439">
                  <c:v>19</c:v>
                </c:pt>
                <c:pt idx="440">
                  <c:v>7.02</c:v>
                </c:pt>
                <c:pt idx="441">
                  <c:v>38.409999999999997</c:v>
                </c:pt>
                <c:pt idx="442">
                  <c:v>24.44</c:v>
                </c:pt>
                <c:pt idx="443">
                  <c:v>1.42</c:v>
                </c:pt>
                <c:pt idx="444">
                  <c:v>0.81</c:v>
                </c:pt>
                <c:pt idx="445">
                  <c:v>14.03</c:v>
                </c:pt>
                <c:pt idx="446">
                  <c:v>31.29</c:v>
                </c:pt>
                <c:pt idx="447">
                  <c:v>5.94</c:v>
                </c:pt>
                <c:pt idx="448">
                  <c:v>1.2</c:v>
                </c:pt>
                <c:pt idx="449">
                  <c:v>14.16</c:v>
                </c:pt>
                <c:pt idx="450">
                  <c:v>4.96</c:v>
                </c:pt>
                <c:pt idx="451">
                  <c:v>25.1</c:v>
                </c:pt>
                <c:pt idx="452">
                  <c:v>3.42</c:v>
                </c:pt>
                <c:pt idx="453">
                  <c:v>4.66</c:v>
                </c:pt>
                <c:pt idx="454">
                  <c:v>2.35</c:v>
                </c:pt>
                <c:pt idx="455">
                  <c:v>7</c:v>
                </c:pt>
                <c:pt idx="456">
                  <c:v>16.61</c:v>
                </c:pt>
                <c:pt idx="457">
                  <c:v>1.32</c:v>
                </c:pt>
                <c:pt idx="458">
                  <c:v>1.24</c:v>
                </c:pt>
                <c:pt idx="459">
                  <c:v>15.99</c:v>
                </c:pt>
                <c:pt idx="460">
                  <c:v>2.69</c:v>
                </c:pt>
                <c:pt idx="461">
                  <c:v>2.04</c:v>
                </c:pt>
                <c:pt idx="462">
                  <c:v>2.2200000000000002</c:v>
                </c:pt>
                <c:pt idx="463">
                  <c:v>16.27</c:v>
                </c:pt>
                <c:pt idx="464">
                  <c:v>10.93</c:v>
                </c:pt>
                <c:pt idx="465">
                  <c:v>2.88</c:v>
                </c:pt>
                <c:pt idx="466">
                  <c:v>23.04</c:v>
                </c:pt>
                <c:pt idx="467">
                  <c:v>4.78</c:v>
                </c:pt>
                <c:pt idx="468">
                  <c:v>1.64</c:v>
                </c:pt>
                <c:pt idx="469">
                  <c:v>2.31</c:v>
                </c:pt>
                <c:pt idx="470">
                  <c:v>3.45</c:v>
                </c:pt>
                <c:pt idx="471">
                  <c:v>2.62</c:v>
                </c:pt>
                <c:pt idx="472">
                  <c:v>11.88</c:v>
                </c:pt>
                <c:pt idx="473">
                  <c:v>0.89</c:v>
                </c:pt>
                <c:pt idx="474">
                  <c:v>12.22</c:v>
                </c:pt>
                <c:pt idx="475">
                  <c:v>0.16</c:v>
                </c:pt>
                <c:pt idx="476">
                  <c:v>10.96</c:v>
                </c:pt>
                <c:pt idx="477">
                  <c:v>6.45</c:v>
                </c:pt>
                <c:pt idx="478">
                  <c:v>3.74</c:v>
                </c:pt>
                <c:pt idx="479">
                  <c:v>12.05</c:v>
                </c:pt>
                <c:pt idx="480">
                  <c:v>10.52</c:v>
                </c:pt>
                <c:pt idx="481">
                  <c:v>11.7</c:v>
                </c:pt>
                <c:pt idx="482">
                  <c:v>8.89</c:v>
                </c:pt>
                <c:pt idx="483">
                  <c:v>43.39</c:v>
                </c:pt>
                <c:pt idx="484">
                  <c:v>3.36</c:v>
                </c:pt>
                <c:pt idx="485">
                  <c:v>4.18</c:v>
                </c:pt>
                <c:pt idx="486">
                  <c:v>3.99</c:v>
                </c:pt>
                <c:pt idx="487">
                  <c:v>0.73</c:v>
                </c:pt>
                <c:pt idx="488">
                  <c:v>3.61</c:v>
                </c:pt>
                <c:pt idx="489">
                  <c:v>2.44</c:v>
                </c:pt>
                <c:pt idx="490">
                  <c:v>22.66</c:v>
                </c:pt>
                <c:pt idx="491">
                  <c:v>3.35</c:v>
                </c:pt>
                <c:pt idx="492">
                  <c:v>25.81</c:v>
                </c:pt>
                <c:pt idx="493">
                  <c:v>2.88</c:v>
                </c:pt>
                <c:pt idx="494">
                  <c:v>3.87</c:v>
                </c:pt>
                <c:pt idx="495">
                  <c:v>6.28</c:v>
                </c:pt>
                <c:pt idx="496">
                  <c:v>0.76</c:v>
                </c:pt>
                <c:pt idx="497">
                  <c:v>41.59</c:v>
                </c:pt>
                <c:pt idx="498">
                  <c:v>2.89</c:v>
                </c:pt>
                <c:pt idx="499">
                  <c:v>2.2799999999999998</c:v>
                </c:pt>
                <c:pt idx="500">
                  <c:v>1.1000000000000001</c:v>
                </c:pt>
                <c:pt idx="501">
                  <c:v>2.61</c:v>
                </c:pt>
                <c:pt idx="502">
                  <c:v>0.67</c:v>
                </c:pt>
                <c:pt idx="503">
                  <c:v>2.94</c:v>
                </c:pt>
                <c:pt idx="504">
                  <c:v>0.98</c:v>
                </c:pt>
                <c:pt idx="505">
                  <c:v>2.85</c:v>
                </c:pt>
                <c:pt idx="506">
                  <c:v>5</c:v>
                </c:pt>
                <c:pt idx="507">
                  <c:v>0.76</c:v>
                </c:pt>
                <c:pt idx="508">
                  <c:v>3.69</c:v>
                </c:pt>
                <c:pt idx="509">
                  <c:v>1.29</c:v>
                </c:pt>
                <c:pt idx="510">
                  <c:v>20.079999999999998</c:v>
                </c:pt>
                <c:pt idx="511">
                  <c:v>31.94</c:v>
                </c:pt>
                <c:pt idx="512">
                  <c:v>1.95</c:v>
                </c:pt>
                <c:pt idx="513">
                  <c:v>18.5</c:v>
                </c:pt>
                <c:pt idx="514">
                  <c:v>2.98</c:v>
                </c:pt>
                <c:pt idx="515">
                  <c:v>28.27</c:v>
                </c:pt>
                <c:pt idx="516">
                  <c:v>18.09</c:v>
                </c:pt>
                <c:pt idx="517">
                  <c:v>6</c:v>
                </c:pt>
                <c:pt idx="518">
                  <c:v>20.79</c:v>
                </c:pt>
                <c:pt idx="519">
                  <c:v>3.47</c:v>
                </c:pt>
                <c:pt idx="520">
                  <c:v>2.99</c:v>
                </c:pt>
                <c:pt idx="521">
                  <c:v>2.2200000000000002</c:v>
                </c:pt>
                <c:pt idx="522">
                  <c:v>5.98</c:v>
                </c:pt>
                <c:pt idx="523">
                  <c:v>9.23</c:v>
                </c:pt>
                <c:pt idx="524">
                  <c:v>0.11</c:v>
                </c:pt>
                <c:pt idx="525">
                  <c:v>35.43</c:v>
                </c:pt>
                <c:pt idx="526">
                  <c:v>13.32</c:v>
                </c:pt>
                <c:pt idx="527">
                  <c:v>10.91</c:v>
                </c:pt>
                <c:pt idx="528">
                  <c:v>0.59</c:v>
                </c:pt>
                <c:pt idx="529">
                  <c:v>8.94</c:v>
                </c:pt>
                <c:pt idx="530">
                  <c:v>3.49</c:v>
                </c:pt>
                <c:pt idx="531">
                  <c:v>6.52</c:v>
                </c:pt>
                <c:pt idx="532">
                  <c:v>0.44</c:v>
                </c:pt>
                <c:pt idx="533">
                  <c:v>11.37</c:v>
                </c:pt>
                <c:pt idx="534">
                  <c:v>0.89</c:v>
                </c:pt>
                <c:pt idx="535">
                  <c:v>16.55</c:v>
                </c:pt>
                <c:pt idx="536">
                  <c:v>1.81</c:v>
                </c:pt>
                <c:pt idx="537">
                  <c:v>0.61</c:v>
                </c:pt>
                <c:pt idx="538">
                  <c:v>4.8099999999999996</c:v>
                </c:pt>
                <c:pt idx="539">
                  <c:v>8.85</c:v>
                </c:pt>
                <c:pt idx="540">
                  <c:v>6.78</c:v>
                </c:pt>
                <c:pt idx="541">
                  <c:v>2.87</c:v>
                </c:pt>
                <c:pt idx="542">
                  <c:v>4.46</c:v>
                </c:pt>
                <c:pt idx="543">
                  <c:v>10</c:v>
                </c:pt>
                <c:pt idx="544">
                  <c:v>9.74</c:v>
                </c:pt>
                <c:pt idx="545">
                  <c:v>6.71</c:v>
                </c:pt>
                <c:pt idx="546">
                  <c:v>0.66</c:v>
                </c:pt>
                <c:pt idx="547">
                  <c:v>11.43</c:v>
                </c:pt>
                <c:pt idx="548">
                  <c:v>4.0599999999999996</c:v>
                </c:pt>
                <c:pt idx="549">
                  <c:v>0.13</c:v>
                </c:pt>
                <c:pt idx="550">
                  <c:v>1.97</c:v>
                </c:pt>
                <c:pt idx="551">
                  <c:v>1.04</c:v>
                </c:pt>
                <c:pt idx="552">
                  <c:v>5.69</c:v>
                </c:pt>
                <c:pt idx="553">
                  <c:v>7.58</c:v>
                </c:pt>
                <c:pt idx="554">
                  <c:v>39.25</c:v>
                </c:pt>
                <c:pt idx="555">
                  <c:v>2.96</c:v>
                </c:pt>
                <c:pt idx="556">
                  <c:v>0.94</c:v>
                </c:pt>
                <c:pt idx="557">
                  <c:v>29.37</c:v>
                </c:pt>
                <c:pt idx="558">
                  <c:v>0.53</c:v>
                </c:pt>
                <c:pt idx="559">
                  <c:v>2.2999999999999998</c:v>
                </c:pt>
                <c:pt idx="560">
                  <c:v>3.73</c:v>
                </c:pt>
                <c:pt idx="561">
                  <c:v>4.18</c:v>
                </c:pt>
                <c:pt idx="562">
                  <c:v>10.48</c:v>
                </c:pt>
                <c:pt idx="563">
                  <c:v>3.12</c:v>
                </c:pt>
                <c:pt idx="564">
                  <c:v>1.94</c:v>
                </c:pt>
                <c:pt idx="565">
                  <c:v>16.670000000000002</c:v>
                </c:pt>
                <c:pt idx="566">
                  <c:v>12.69</c:v>
                </c:pt>
                <c:pt idx="567">
                  <c:v>0.55000000000000004</c:v>
                </c:pt>
                <c:pt idx="568">
                  <c:v>9.43</c:v>
                </c:pt>
                <c:pt idx="569">
                  <c:v>1.77</c:v>
                </c:pt>
                <c:pt idx="570">
                  <c:v>3.18</c:v>
                </c:pt>
                <c:pt idx="571">
                  <c:v>7.29</c:v>
                </c:pt>
                <c:pt idx="572">
                  <c:v>2.59</c:v>
                </c:pt>
                <c:pt idx="573">
                  <c:v>17.57</c:v>
                </c:pt>
                <c:pt idx="574">
                  <c:v>12.73</c:v>
                </c:pt>
                <c:pt idx="575">
                  <c:v>1.1100000000000001</c:v>
                </c:pt>
                <c:pt idx="576">
                  <c:v>1.74</c:v>
                </c:pt>
                <c:pt idx="577">
                  <c:v>8.16</c:v>
                </c:pt>
                <c:pt idx="578">
                  <c:v>2.64</c:v>
                </c:pt>
                <c:pt idx="579">
                  <c:v>11.34</c:v>
                </c:pt>
                <c:pt idx="580">
                  <c:v>0.5</c:v>
                </c:pt>
                <c:pt idx="581">
                  <c:v>9.36</c:v>
                </c:pt>
                <c:pt idx="582">
                  <c:v>3.61</c:v>
                </c:pt>
                <c:pt idx="583">
                  <c:v>9.3000000000000007</c:v>
                </c:pt>
                <c:pt idx="584">
                  <c:v>2.02</c:v>
                </c:pt>
                <c:pt idx="585">
                  <c:v>19.22</c:v>
                </c:pt>
                <c:pt idx="586">
                  <c:v>1.03</c:v>
                </c:pt>
                <c:pt idx="587">
                  <c:v>20.71</c:v>
                </c:pt>
                <c:pt idx="588">
                  <c:v>2.39</c:v>
                </c:pt>
                <c:pt idx="589">
                  <c:v>3.42</c:v>
                </c:pt>
                <c:pt idx="590">
                  <c:v>11.24</c:v>
                </c:pt>
                <c:pt idx="591">
                  <c:v>3.48</c:v>
                </c:pt>
                <c:pt idx="592">
                  <c:v>0.85</c:v>
                </c:pt>
                <c:pt idx="593">
                  <c:v>4.7699999999999996</c:v>
                </c:pt>
                <c:pt idx="594">
                  <c:v>3.59</c:v>
                </c:pt>
                <c:pt idx="595">
                  <c:v>11.67</c:v>
                </c:pt>
                <c:pt idx="596">
                  <c:v>9.25</c:v>
                </c:pt>
                <c:pt idx="597">
                  <c:v>1.68</c:v>
                </c:pt>
                <c:pt idx="598">
                  <c:v>4.3</c:v>
                </c:pt>
                <c:pt idx="599">
                  <c:v>9.4499999999999993</c:v>
                </c:pt>
                <c:pt idx="600">
                  <c:v>3.51</c:v>
                </c:pt>
                <c:pt idx="601">
                  <c:v>12.62</c:v>
                </c:pt>
                <c:pt idx="602">
                  <c:v>12.62</c:v>
                </c:pt>
                <c:pt idx="603">
                  <c:v>3.26</c:v>
                </c:pt>
                <c:pt idx="604">
                  <c:v>1.84</c:v>
                </c:pt>
                <c:pt idx="605">
                  <c:v>2.31</c:v>
                </c:pt>
                <c:pt idx="606">
                  <c:v>0.77</c:v>
                </c:pt>
                <c:pt idx="607">
                  <c:v>11.76</c:v>
                </c:pt>
                <c:pt idx="608">
                  <c:v>6.29</c:v>
                </c:pt>
                <c:pt idx="609">
                  <c:v>3.48</c:v>
                </c:pt>
                <c:pt idx="610">
                  <c:v>5.49</c:v>
                </c:pt>
                <c:pt idx="611">
                  <c:v>1</c:v>
                </c:pt>
                <c:pt idx="612">
                  <c:v>1.36</c:v>
                </c:pt>
                <c:pt idx="613">
                  <c:v>1.78</c:v>
                </c:pt>
                <c:pt idx="614">
                  <c:v>1.58</c:v>
                </c:pt>
                <c:pt idx="615">
                  <c:v>1.55</c:v>
                </c:pt>
                <c:pt idx="616">
                  <c:v>2.4900000000000002</c:v>
                </c:pt>
                <c:pt idx="617">
                  <c:v>23.99</c:v>
                </c:pt>
                <c:pt idx="618">
                  <c:v>1.66</c:v>
                </c:pt>
                <c:pt idx="619">
                  <c:v>0.64</c:v>
                </c:pt>
                <c:pt idx="620">
                  <c:v>1.85</c:v>
                </c:pt>
                <c:pt idx="621">
                  <c:v>1.58</c:v>
                </c:pt>
                <c:pt idx="622">
                  <c:v>8</c:v>
                </c:pt>
                <c:pt idx="623">
                  <c:v>7.56</c:v>
                </c:pt>
                <c:pt idx="624">
                  <c:v>1.97</c:v>
                </c:pt>
                <c:pt idx="625">
                  <c:v>6.22</c:v>
                </c:pt>
                <c:pt idx="626">
                  <c:v>5.84</c:v>
                </c:pt>
                <c:pt idx="627">
                  <c:v>6.31</c:v>
                </c:pt>
                <c:pt idx="628">
                  <c:v>26.25</c:v>
                </c:pt>
                <c:pt idx="629">
                  <c:v>7.88</c:v>
                </c:pt>
                <c:pt idx="630">
                  <c:v>14.48</c:v>
                </c:pt>
                <c:pt idx="631">
                  <c:v>10.98</c:v>
                </c:pt>
                <c:pt idx="632">
                  <c:v>6.22</c:v>
                </c:pt>
                <c:pt idx="633">
                  <c:v>3.29</c:v>
                </c:pt>
                <c:pt idx="634">
                  <c:v>10.18</c:v>
                </c:pt>
                <c:pt idx="635">
                  <c:v>19.420000000000002</c:v>
                </c:pt>
                <c:pt idx="636">
                  <c:v>4.96</c:v>
                </c:pt>
                <c:pt idx="637">
                  <c:v>1.62</c:v>
                </c:pt>
                <c:pt idx="638">
                  <c:v>1.95</c:v>
                </c:pt>
                <c:pt idx="639">
                  <c:v>1.1399999999999999</c:v>
                </c:pt>
                <c:pt idx="640">
                  <c:v>22.02</c:v>
                </c:pt>
                <c:pt idx="641">
                  <c:v>1.72</c:v>
                </c:pt>
                <c:pt idx="642">
                  <c:v>9.74</c:v>
                </c:pt>
                <c:pt idx="643">
                  <c:v>9.51</c:v>
                </c:pt>
                <c:pt idx="644">
                  <c:v>25.28</c:v>
                </c:pt>
                <c:pt idx="645">
                  <c:v>2.25</c:v>
                </c:pt>
                <c:pt idx="646">
                  <c:v>13.06</c:v>
                </c:pt>
                <c:pt idx="647">
                  <c:v>24.04</c:v>
                </c:pt>
                <c:pt idx="648">
                  <c:v>25.24</c:v>
                </c:pt>
                <c:pt idx="649">
                  <c:v>10</c:v>
                </c:pt>
                <c:pt idx="650">
                  <c:v>1.99</c:v>
                </c:pt>
                <c:pt idx="651">
                  <c:v>24.98</c:v>
                </c:pt>
                <c:pt idx="652">
                  <c:v>4.68</c:v>
                </c:pt>
                <c:pt idx="653">
                  <c:v>16.510000000000002</c:v>
                </c:pt>
                <c:pt idx="654">
                  <c:v>9.81</c:v>
                </c:pt>
                <c:pt idx="655">
                  <c:v>12.95</c:v>
                </c:pt>
                <c:pt idx="656">
                  <c:v>17.25</c:v>
                </c:pt>
                <c:pt idx="657">
                  <c:v>0.89</c:v>
                </c:pt>
                <c:pt idx="658">
                  <c:v>31.63</c:v>
                </c:pt>
                <c:pt idx="659">
                  <c:v>18.809999999999999</c:v>
                </c:pt>
                <c:pt idx="660">
                  <c:v>0.89</c:v>
                </c:pt>
                <c:pt idx="661">
                  <c:v>0.86</c:v>
                </c:pt>
                <c:pt idx="662">
                  <c:v>6.23</c:v>
                </c:pt>
                <c:pt idx="663">
                  <c:v>13.86</c:v>
                </c:pt>
                <c:pt idx="664">
                  <c:v>7</c:v>
                </c:pt>
                <c:pt idx="665">
                  <c:v>9.9</c:v>
                </c:pt>
                <c:pt idx="666">
                  <c:v>7.82</c:v>
                </c:pt>
                <c:pt idx="667">
                  <c:v>24.24</c:v>
                </c:pt>
                <c:pt idx="668">
                  <c:v>10.97</c:v>
                </c:pt>
                <c:pt idx="669">
                  <c:v>1.71</c:v>
                </c:pt>
                <c:pt idx="670">
                  <c:v>2.4</c:v>
                </c:pt>
                <c:pt idx="671">
                  <c:v>1.55</c:v>
                </c:pt>
                <c:pt idx="672">
                  <c:v>1.03</c:v>
                </c:pt>
                <c:pt idx="673">
                  <c:v>9.16</c:v>
                </c:pt>
                <c:pt idx="674">
                  <c:v>10.79</c:v>
                </c:pt>
                <c:pt idx="675">
                  <c:v>2.08</c:v>
                </c:pt>
                <c:pt idx="676">
                  <c:v>2.2799999999999998</c:v>
                </c:pt>
                <c:pt idx="677">
                  <c:v>2.2200000000000002</c:v>
                </c:pt>
                <c:pt idx="678">
                  <c:v>4.12</c:v>
                </c:pt>
                <c:pt idx="679">
                  <c:v>8.86</c:v>
                </c:pt>
                <c:pt idx="680">
                  <c:v>13.32</c:v>
                </c:pt>
                <c:pt idx="681">
                  <c:v>8.82</c:v>
                </c:pt>
                <c:pt idx="682">
                  <c:v>14.72</c:v>
                </c:pt>
                <c:pt idx="683">
                  <c:v>24.04</c:v>
                </c:pt>
                <c:pt idx="684">
                  <c:v>0.62</c:v>
                </c:pt>
                <c:pt idx="685">
                  <c:v>1.81</c:v>
                </c:pt>
                <c:pt idx="686">
                  <c:v>1.71</c:v>
                </c:pt>
                <c:pt idx="687">
                  <c:v>0.61</c:v>
                </c:pt>
                <c:pt idx="688">
                  <c:v>2.19</c:v>
                </c:pt>
                <c:pt idx="689">
                  <c:v>2.1</c:v>
                </c:pt>
                <c:pt idx="690">
                  <c:v>8.06</c:v>
                </c:pt>
                <c:pt idx="691">
                  <c:v>4.24</c:v>
                </c:pt>
                <c:pt idx="692">
                  <c:v>16.45</c:v>
                </c:pt>
                <c:pt idx="693">
                  <c:v>9.06</c:v>
                </c:pt>
                <c:pt idx="694">
                  <c:v>3.67</c:v>
                </c:pt>
                <c:pt idx="695">
                  <c:v>2.62</c:v>
                </c:pt>
                <c:pt idx="696">
                  <c:v>0.83</c:v>
                </c:pt>
                <c:pt idx="697">
                  <c:v>1.7</c:v>
                </c:pt>
                <c:pt idx="698">
                  <c:v>27.9</c:v>
                </c:pt>
                <c:pt idx="699">
                  <c:v>12.07</c:v>
                </c:pt>
              </c:numCache>
            </c:numRef>
          </c:xVal>
          <c:yVal>
            <c:numRef>
              <c:f>Sheet1!$B$2:$B$701</c:f>
              <c:numCache>
                <c:formatCode>General</c:formatCode>
                <c:ptCount val="700"/>
                <c:pt idx="0">
                  <c:v>13.84</c:v>
                </c:pt>
                <c:pt idx="1">
                  <c:v>2.44</c:v>
                </c:pt>
                <c:pt idx="2">
                  <c:v>4.7</c:v>
                </c:pt>
                <c:pt idx="3">
                  <c:v>9.02</c:v>
                </c:pt>
                <c:pt idx="4">
                  <c:v>3.61</c:v>
                </c:pt>
                <c:pt idx="5">
                  <c:v>4.93</c:v>
                </c:pt>
                <c:pt idx="6">
                  <c:v>2.6</c:v>
                </c:pt>
                <c:pt idx="7">
                  <c:v>0.86</c:v>
                </c:pt>
                <c:pt idx="8">
                  <c:v>18.54</c:v>
                </c:pt>
                <c:pt idx="9">
                  <c:v>3.44</c:v>
                </c:pt>
                <c:pt idx="10">
                  <c:v>5.12</c:v>
                </c:pt>
                <c:pt idx="11">
                  <c:v>4.43</c:v>
                </c:pt>
                <c:pt idx="12">
                  <c:v>3.33</c:v>
                </c:pt>
                <c:pt idx="13">
                  <c:v>1.68</c:v>
                </c:pt>
                <c:pt idx="14">
                  <c:v>2.2799999999999998</c:v>
                </c:pt>
                <c:pt idx="15">
                  <c:v>4.6399999999999997</c:v>
                </c:pt>
                <c:pt idx="16">
                  <c:v>9.3000000000000007</c:v>
                </c:pt>
                <c:pt idx="17">
                  <c:v>2.4300000000000002</c:v>
                </c:pt>
                <c:pt idx="18">
                  <c:v>36.6</c:v>
                </c:pt>
                <c:pt idx="19">
                  <c:v>1.71</c:v>
                </c:pt>
                <c:pt idx="20">
                  <c:v>12.89</c:v>
                </c:pt>
                <c:pt idx="21">
                  <c:v>0.9</c:v>
                </c:pt>
                <c:pt idx="22">
                  <c:v>2.0299999999999998</c:v>
                </c:pt>
                <c:pt idx="23">
                  <c:v>0.52</c:v>
                </c:pt>
                <c:pt idx="24">
                  <c:v>2.64</c:v>
                </c:pt>
                <c:pt idx="25">
                  <c:v>3.46</c:v>
                </c:pt>
                <c:pt idx="26">
                  <c:v>1.24</c:v>
                </c:pt>
                <c:pt idx="27">
                  <c:v>2.04</c:v>
                </c:pt>
                <c:pt idx="28">
                  <c:v>2.86</c:v>
                </c:pt>
                <c:pt idx="29">
                  <c:v>3</c:v>
                </c:pt>
                <c:pt idx="30">
                  <c:v>6.24</c:v>
                </c:pt>
                <c:pt idx="31">
                  <c:v>16.64</c:v>
                </c:pt>
                <c:pt idx="32">
                  <c:v>1.4</c:v>
                </c:pt>
                <c:pt idx="33">
                  <c:v>2.77</c:v>
                </c:pt>
                <c:pt idx="34">
                  <c:v>1.19</c:v>
                </c:pt>
                <c:pt idx="35">
                  <c:v>2.88</c:v>
                </c:pt>
                <c:pt idx="36">
                  <c:v>5.75</c:v>
                </c:pt>
                <c:pt idx="37">
                  <c:v>0.96</c:v>
                </c:pt>
                <c:pt idx="38">
                  <c:v>5.73</c:v>
                </c:pt>
                <c:pt idx="39">
                  <c:v>0.24</c:v>
                </c:pt>
                <c:pt idx="40">
                  <c:v>13.49</c:v>
                </c:pt>
                <c:pt idx="41">
                  <c:v>2.86</c:v>
                </c:pt>
                <c:pt idx="42">
                  <c:v>3.8</c:v>
                </c:pt>
                <c:pt idx="43">
                  <c:v>19.12</c:v>
                </c:pt>
                <c:pt idx="44">
                  <c:v>27.19</c:v>
                </c:pt>
                <c:pt idx="45">
                  <c:v>2.81</c:v>
                </c:pt>
                <c:pt idx="46">
                  <c:v>9.91</c:v>
                </c:pt>
                <c:pt idx="47">
                  <c:v>2.56</c:v>
                </c:pt>
                <c:pt idx="48">
                  <c:v>0.89</c:v>
                </c:pt>
                <c:pt idx="49">
                  <c:v>2.78</c:v>
                </c:pt>
                <c:pt idx="50">
                  <c:v>1.73</c:v>
                </c:pt>
                <c:pt idx="51">
                  <c:v>5.64</c:v>
                </c:pt>
                <c:pt idx="52">
                  <c:v>20.309999999999999</c:v>
                </c:pt>
                <c:pt idx="53">
                  <c:v>2.16</c:v>
                </c:pt>
                <c:pt idx="54">
                  <c:v>13.33</c:v>
                </c:pt>
                <c:pt idx="55">
                  <c:v>2.96</c:v>
                </c:pt>
                <c:pt idx="56">
                  <c:v>0.91</c:v>
                </c:pt>
                <c:pt idx="57">
                  <c:v>17.04</c:v>
                </c:pt>
                <c:pt idx="58">
                  <c:v>3.91</c:v>
                </c:pt>
                <c:pt idx="59">
                  <c:v>3.54</c:v>
                </c:pt>
                <c:pt idx="60">
                  <c:v>3.28</c:v>
                </c:pt>
                <c:pt idx="61">
                  <c:v>8.6300000000000008</c:v>
                </c:pt>
                <c:pt idx="62">
                  <c:v>17.48</c:v>
                </c:pt>
                <c:pt idx="63">
                  <c:v>5.86</c:v>
                </c:pt>
                <c:pt idx="64">
                  <c:v>0.79</c:v>
                </c:pt>
                <c:pt idx="65">
                  <c:v>16.52</c:v>
                </c:pt>
                <c:pt idx="66">
                  <c:v>2.63</c:v>
                </c:pt>
                <c:pt idx="67">
                  <c:v>6.66</c:v>
                </c:pt>
                <c:pt idx="68">
                  <c:v>1.58</c:v>
                </c:pt>
                <c:pt idx="69">
                  <c:v>7.6</c:v>
                </c:pt>
                <c:pt idx="70">
                  <c:v>14.06</c:v>
                </c:pt>
                <c:pt idx="71">
                  <c:v>1.76</c:v>
                </c:pt>
                <c:pt idx="72">
                  <c:v>8.07</c:v>
                </c:pt>
                <c:pt idx="73">
                  <c:v>4.55</c:v>
                </c:pt>
                <c:pt idx="74">
                  <c:v>9.1199999999999992</c:v>
                </c:pt>
                <c:pt idx="75">
                  <c:v>25.82</c:v>
                </c:pt>
                <c:pt idx="76">
                  <c:v>3.33</c:v>
                </c:pt>
                <c:pt idx="77">
                  <c:v>2.67</c:v>
                </c:pt>
                <c:pt idx="78">
                  <c:v>8.7200000000000006</c:v>
                </c:pt>
                <c:pt idx="79">
                  <c:v>20.66</c:v>
                </c:pt>
                <c:pt idx="80">
                  <c:v>6.46</c:v>
                </c:pt>
                <c:pt idx="81">
                  <c:v>31.05</c:v>
                </c:pt>
                <c:pt idx="82">
                  <c:v>14.71</c:v>
                </c:pt>
                <c:pt idx="83">
                  <c:v>2.0299999999999998</c:v>
                </c:pt>
                <c:pt idx="84">
                  <c:v>10.77</c:v>
                </c:pt>
                <c:pt idx="85">
                  <c:v>2.73</c:v>
                </c:pt>
                <c:pt idx="86">
                  <c:v>4.5599999999999996</c:v>
                </c:pt>
                <c:pt idx="87">
                  <c:v>1.79</c:v>
                </c:pt>
                <c:pt idx="88">
                  <c:v>7.73</c:v>
                </c:pt>
                <c:pt idx="89">
                  <c:v>2.1800000000000002</c:v>
                </c:pt>
                <c:pt idx="90">
                  <c:v>4.97</c:v>
                </c:pt>
                <c:pt idx="91">
                  <c:v>1.02</c:v>
                </c:pt>
                <c:pt idx="92">
                  <c:v>1.4</c:v>
                </c:pt>
                <c:pt idx="93">
                  <c:v>4.74</c:v>
                </c:pt>
                <c:pt idx="94">
                  <c:v>21.29</c:v>
                </c:pt>
                <c:pt idx="95">
                  <c:v>2.35</c:v>
                </c:pt>
                <c:pt idx="96">
                  <c:v>40.01</c:v>
                </c:pt>
                <c:pt idx="97">
                  <c:v>10.44</c:v>
                </c:pt>
                <c:pt idx="98">
                  <c:v>15.64</c:v>
                </c:pt>
                <c:pt idx="99">
                  <c:v>2.58</c:v>
                </c:pt>
                <c:pt idx="100">
                  <c:v>31.9</c:v>
                </c:pt>
                <c:pt idx="101">
                  <c:v>-0.11</c:v>
                </c:pt>
                <c:pt idx="102">
                  <c:v>30.26</c:v>
                </c:pt>
                <c:pt idx="103">
                  <c:v>9.24</c:v>
                </c:pt>
                <c:pt idx="104">
                  <c:v>2.2599999999999998</c:v>
                </c:pt>
                <c:pt idx="105">
                  <c:v>11.48</c:v>
                </c:pt>
                <c:pt idx="106">
                  <c:v>5.82</c:v>
                </c:pt>
                <c:pt idx="107">
                  <c:v>7.57</c:v>
                </c:pt>
                <c:pt idx="108">
                  <c:v>2.35</c:v>
                </c:pt>
                <c:pt idx="109">
                  <c:v>16.11</c:v>
                </c:pt>
                <c:pt idx="110">
                  <c:v>13.2</c:v>
                </c:pt>
                <c:pt idx="111">
                  <c:v>2.84</c:v>
                </c:pt>
                <c:pt idx="112">
                  <c:v>0.97</c:v>
                </c:pt>
                <c:pt idx="113">
                  <c:v>0.96</c:v>
                </c:pt>
                <c:pt idx="114">
                  <c:v>0.93</c:v>
                </c:pt>
                <c:pt idx="115">
                  <c:v>1.71</c:v>
                </c:pt>
                <c:pt idx="116">
                  <c:v>1.98</c:v>
                </c:pt>
                <c:pt idx="117">
                  <c:v>2.76</c:v>
                </c:pt>
                <c:pt idx="118">
                  <c:v>12.2</c:v>
                </c:pt>
                <c:pt idx="119">
                  <c:v>9.41</c:v>
                </c:pt>
                <c:pt idx="120">
                  <c:v>4.75</c:v>
                </c:pt>
                <c:pt idx="121">
                  <c:v>6.42</c:v>
                </c:pt>
                <c:pt idx="122">
                  <c:v>1.25</c:v>
                </c:pt>
                <c:pt idx="123">
                  <c:v>3.77</c:v>
                </c:pt>
                <c:pt idx="124">
                  <c:v>2.62</c:v>
                </c:pt>
                <c:pt idx="125">
                  <c:v>2.83</c:v>
                </c:pt>
                <c:pt idx="126">
                  <c:v>8.39</c:v>
                </c:pt>
                <c:pt idx="127">
                  <c:v>2.02</c:v>
                </c:pt>
                <c:pt idx="128">
                  <c:v>2.14</c:v>
                </c:pt>
                <c:pt idx="129">
                  <c:v>1.82</c:v>
                </c:pt>
                <c:pt idx="130">
                  <c:v>8.32</c:v>
                </c:pt>
                <c:pt idx="131">
                  <c:v>6.4</c:v>
                </c:pt>
                <c:pt idx="132">
                  <c:v>2.1800000000000002</c:v>
                </c:pt>
                <c:pt idx="133">
                  <c:v>1.65</c:v>
                </c:pt>
                <c:pt idx="134">
                  <c:v>33.64</c:v>
                </c:pt>
                <c:pt idx="135">
                  <c:v>2.66</c:v>
                </c:pt>
                <c:pt idx="136">
                  <c:v>9.77</c:v>
                </c:pt>
                <c:pt idx="137">
                  <c:v>2.0499999999999998</c:v>
                </c:pt>
                <c:pt idx="138">
                  <c:v>5.31</c:v>
                </c:pt>
                <c:pt idx="139">
                  <c:v>2.44</c:v>
                </c:pt>
                <c:pt idx="140">
                  <c:v>1.02</c:v>
                </c:pt>
                <c:pt idx="141">
                  <c:v>18.39</c:v>
                </c:pt>
                <c:pt idx="142">
                  <c:v>2.76</c:v>
                </c:pt>
                <c:pt idx="143">
                  <c:v>2.66</c:v>
                </c:pt>
                <c:pt idx="144">
                  <c:v>7.25</c:v>
                </c:pt>
                <c:pt idx="145">
                  <c:v>2.09</c:v>
                </c:pt>
                <c:pt idx="146">
                  <c:v>1.34</c:v>
                </c:pt>
                <c:pt idx="147">
                  <c:v>3.48</c:v>
                </c:pt>
                <c:pt idx="148">
                  <c:v>5.92</c:v>
                </c:pt>
                <c:pt idx="149">
                  <c:v>0.57999999999999996</c:v>
                </c:pt>
                <c:pt idx="150">
                  <c:v>8.4</c:v>
                </c:pt>
                <c:pt idx="151">
                  <c:v>1.59</c:v>
                </c:pt>
                <c:pt idx="152">
                  <c:v>3.15</c:v>
                </c:pt>
                <c:pt idx="153">
                  <c:v>1.89</c:v>
                </c:pt>
                <c:pt idx="154">
                  <c:v>1.48</c:v>
                </c:pt>
                <c:pt idx="155">
                  <c:v>1.1299999999999999</c:v>
                </c:pt>
                <c:pt idx="156">
                  <c:v>2.72</c:v>
                </c:pt>
                <c:pt idx="157">
                  <c:v>0.65</c:v>
                </c:pt>
                <c:pt idx="158">
                  <c:v>15.33</c:v>
                </c:pt>
                <c:pt idx="159">
                  <c:v>0.6</c:v>
                </c:pt>
                <c:pt idx="160">
                  <c:v>13.86</c:v>
                </c:pt>
                <c:pt idx="161">
                  <c:v>15.83</c:v>
                </c:pt>
                <c:pt idx="162">
                  <c:v>1.9</c:v>
                </c:pt>
                <c:pt idx="163">
                  <c:v>4.71</c:v>
                </c:pt>
                <c:pt idx="164">
                  <c:v>9.18</c:v>
                </c:pt>
                <c:pt idx="165">
                  <c:v>30.53</c:v>
                </c:pt>
                <c:pt idx="166">
                  <c:v>13.58</c:v>
                </c:pt>
                <c:pt idx="167">
                  <c:v>2.84</c:v>
                </c:pt>
                <c:pt idx="168">
                  <c:v>8.56</c:v>
                </c:pt>
                <c:pt idx="169">
                  <c:v>7.09</c:v>
                </c:pt>
                <c:pt idx="170">
                  <c:v>23.79</c:v>
                </c:pt>
                <c:pt idx="171">
                  <c:v>0.74</c:v>
                </c:pt>
                <c:pt idx="172">
                  <c:v>1.6</c:v>
                </c:pt>
                <c:pt idx="173">
                  <c:v>3.84</c:v>
                </c:pt>
                <c:pt idx="174">
                  <c:v>1.64</c:v>
                </c:pt>
                <c:pt idx="175">
                  <c:v>11.61</c:v>
                </c:pt>
                <c:pt idx="176">
                  <c:v>2.06</c:v>
                </c:pt>
                <c:pt idx="177">
                  <c:v>5.75</c:v>
                </c:pt>
                <c:pt idx="178">
                  <c:v>4.96</c:v>
                </c:pt>
                <c:pt idx="179">
                  <c:v>4.5</c:v>
                </c:pt>
                <c:pt idx="180">
                  <c:v>2.34</c:v>
                </c:pt>
                <c:pt idx="181">
                  <c:v>8.5299999999999994</c:v>
                </c:pt>
                <c:pt idx="182">
                  <c:v>1.56</c:v>
                </c:pt>
                <c:pt idx="183">
                  <c:v>10.91</c:v>
                </c:pt>
                <c:pt idx="184">
                  <c:v>2.78</c:v>
                </c:pt>
                <c:pt idx="185">
                  <c:v>1.3</c:v>
                </c:pt>
                <c:pt idx="186">
                  <c:v>5.41</c:v>
                </c:pt>
                <c:pt idx="187">
                  <c:v>3.71</c:v>
                </c:pt>
                <c:pt idx="188">
                  <c:v>26.88</c:v>
                </c:pt>
                <c:pt idx="189">
                  <c:v>2.77</c:v>
                </c:pt>
                <c:pt idx="190">
                  <c:v>5.67</c:v>
                </c:pt>
                <c:pt idx="191">
                  <c:v>10.15</c:v>
                </c:pt>
                <c:pt idx="192">
                  <c:v>4.7</c:v>
                </c:pt>
                <c:pt idx="193">
                  <c:v>1.32</c:v>
                </c:pt>
                <c:pt idx="194">
                  <c:v>24.38</c:v>
                </c:pt>
                <c:pt idx="195">
                  <c:v>1.69</c:v>
                </c:pt>
                <c:pt idx="196">
                  <c:v>2.7</c:v>
                </c:pt>
                <c:pt idx="197">
                  <c:v>0.98</c:v>
                </c:pt>
                <c:pt idx="198">
                  <c:v>33.51</c:v>
                </c:pt>
                <c:pt idx="199">
                  <c:v>2.61</c:v>
                </c:pt>
                <c:pt idx="200">
                  <c:v>1.92</c:v>
                </c:pt>
                <c:pt idx="201">
                  <c:v>13.66</c:v>
                </c:pt>
                <c:pt idx="202">
                  <c:v>1.26</c:v>
                </c:pt>
                <c:pt idx="203">
                  <c:v>5.99</c:v>
                </c:pt>
                <c:pt idx="204">
                  <c:v>2.2000000000000002</c:v>
                </c:pt>
                <c:pt idx="205">
                  <c:v>8.6999999999999993</c:v>
                </c:pt>
                <c:pt idx="206">
                  <c:v>1.78</c:v>
                </c:pt>
                <c:pt idx="207">
                  <c:v>14.56</c:v>
                </c:pt>
                <c:pt idx="208">
                  <c:v>3.99</c:v>
                </c:pt>
                <c:pt idx="209">
                  <c:v>47.69</c:v>
                </c:pt>
                <c:pt idx="210">
                  <c:v>6.99</c:v>
                </c:pt>
                <c:pt idx="211">
                  <c:v>20.98</c:v>
                </c:pt>
                <c:pt idx="212">
                  <c:v>23.7</c:v>
                </c:pt>
                <c:pt idx="213">
                  <c:v>4.7699999999999996</c:v>
                </c:pt>
                <c:pt idx="214">
                  <c:v>8.2799999999999994</c:v>
                </c:pt>
                <c:pt idx="215">
                  <c:v>8.39</c:v>
                </c:pt>
                <c:pt idx="216">
                  <c:v>2.4300000000000002</c:v>
                </c:pt>
                <c:pt idx="217">
                  <c:v>9.8699999999999992</c:v>
                </c:pt>
                <c:pt idx="218">
                  <c:v>5.58</c:v>
                </c:pt>
                <c:pt idx="219">
                  <c:v>4.29</c:v>
                </c:pt>
                <c:pt idx="220">
                  <c:v>11.79</c:v>
                </c:pt>
                <c:pt idx="221">
                  <c:v>1.36</c:v>
                </c:pt>
                <c:pt idx="222">
                  <c:v>9.68</c:v>
                </c:pt>
                <c:pt idx="223">
                  <c:v>7.14</c:v>
                </c:pt>
                <c:pt idx="224">
                  <c:v>5.07</c:v>
                </c:pt>
                <c:pt idx="225">
                  <c:v>18.95</c:v>
                </c:pt>
                <c:pt idx="226">
                  <c:v>1.83</c:v>
                </c:pt>
                <c:pt idx="227">
                  <c:v>2.56</c:v>
                </c:pt>
                <c:pt idx="228">
                  <c:v>2.48</c:v>
                </c:pt>
                <c:pt idx="229">
                  <c:v>1.1299999999999999</c:v>
                </c:pt>
                <c:pt idx="230">
                  <c:v>0.64</c:v>
                </c:pt>
                <c:pt idx="231">
                  <c:v>18.96</c:v>
                </c:pt>
                <c:pt idx="232">
                  <c:v>34.229999999999997</c:v>
                </c:pt>
                <c:pt idx="233">
                  <c:v>1.47</c:v>
                </c:pt>
                <c:pt idx="234">
                  <c:v>2.76</c:v>
                </c:pt>
                <c:pt idx="235">
                  <c:v>3.57</c:v>
                </c:pt>
                <c:pt idx="236">
                  <c:v>1.33</c:v>
                </c:pt>
                <c:pt idx="237">
                  <c:v>1.87</c:v>
                </c:pt>
                <c:pt idx="238">
                  <c:v>6.23</c:v>
                </c:pt>
                <c:pt idx="239">
                  <c:v>8.44</c:v>
                </c:pt>
                <c:pt idx="240">
                  <c:v>2.2400000000000002</c:v>
                </c:pt>
                <c:pt idx="241">
                  <c:v>0.89</c:v>
                </c:pt>
                <c:pt idx="242">
                  <c:v>1.98</c:v>
                </c:pt>
                <c:pt idx="243">
                  <c:v>10.72</c:v>
                </c:pt>
                <c:pt idx="244">
                  <c:v>3.18</c:v>
                </c:pt>
                <c:pt idx="245">
                  <c:v>2.88</c:v>
                </c:pt>
                <c:pt idx="246">
                  <c:v>2.54</c:v>
                </c:pt>
                <c:pt idx="247">
                  <c:v>2.68</c:v>
                </c:pt>
                <c:pt idx="248">
                  <c:v>6.1</c:v>
                </c:pt>
                <c:pt idx="249">
                  <c:v>11.17</c:v>
                </c:pt>
                <c:pt idx="250">
                  <c:v>2.02</c:v>
                </c:pt>
                <c:pt idx="251">
                  <c:v>1.23</c:v>
                </c:pt>
                <c:pt idx="252">
                  <c:v>16.97</c:v>
                </c:pt>
                <c:pt idx="253">
                  <c:v>10.79</c:v>
                </c:pt>
                <c:pt idx="254">
                  <c:v>8.25</c:v>
                </c:pt>
                <c:pt idx="255">
                  <c:v>3.32</c:v>
                </c:pt>
                <c:pt idx="256">
                  <c:v>7.9</c:v>
                </c:pt>
                <c:pt idx="257">
                  <c:v>3.41</c:v>
                </c:pt>
                <c:pt idx="258">
                  <c:v>1.8</c:v>
                </c:pt>
                <c:pt idx="259">
                  <c:v>14.69</c:v>
                </c:pt>
                <c:pt idx="260">
                  <c:v>5.39</c:v>
                </c:pt>
                <c:pt idx="261">
                  <c:v>0.94</c:v>
                </c:pt>
                <c:pt idx="262">
                  <c:v>1.29</c:v>
                </c:pt>
                <c:pt idx="263">
                  <c:v>1.4</c:v>
                </c:pt>
                <c:pt idx="264">
                  <c:v>2.35</c:v>
                </c:pt>
                <c:pt idx="265">
                  <c:v>2.11</c:v>
                </c:pt>
                <c:pt idx="266">
                  <c:v>16.87</c:v>
                </c:pt>
                <c:pt idx="267">
                  <c:v>13.52</c:v>
                </c:pt>
                <c:pt idx="268">
                  <c:v>0.67</c:v>
                </c:pt>
                <c:pt idx="269">
                  <c:v>2.65</c:v>
                </c:pt>
                <c:pt idx="270">
                  <c:v>9.07</c:v>
                </c:pt>
                <c:pt idx="271">
                  <c:v>2.5499999999999998</c:v>
                </c:pt>
                <c:pt idx="272">
                  <c:v>1.51</c:v>
                </c:pt>
                <c:pt idx="273">
                  <c:v>4.22</c:v>
                </c:pt>
                <c:pt idx="274">
                  <c:v>21.43</c:v>
                </c:pt>
                <c:pt idx="275">
                  <c:v>27.5</c:v>
                </c:pt>
                <c:pt idx="276">
                  <c:v>38.950000000000003</c:v>
                </c:pt>
                <c:pt idx="277">
                  <c:v>2.06</c:v>
                </c:pt>
                <c:pt idx="278">
                  <c:v>1.8</c:v>
                </c:pt>
                <c:pt idx="279">
                  <c:v>2.0499999999999998</c:v>
                </c:pt>
                <c:pt idx="280">
                  <c:v>3.96</c:v>
                </c:pt>
                <c:pt idx="281">
                  <c:v>0.59</c:v>
                </c:pt>
                <c:pt idx="282">
                  <c:v>2.08</c:v>
                </c:pt>
                <c:pt idx="283">
                  <c:v>19.8</c:v>
                </c:pt>
                <c:pt idx="284">
                  <c:v>20.52</c:v>
                </c:pt>
                <c:pt idx="285">
                  <c:v>1.72</c:v>
                </c:pt>
                <c:pt idx="286">
                  <c:v>1.57</c:v>
                </c:pt>
                <c:pt idx="287">
                  <c:v>1.65</c:v>
                </c:pt>
                <c:pt idx="288">
                  <c:v>3.43</c:v>
                </c:pt>
                <c:pt idx="289">
                  <c:v>1.3</c:v>
                </c:pt>
                <c:pt idx="290">
                  <c:v>1.37</c:v>
                </c:pt>
                <c:pt idx="291">
                  <c:v>2.1</c:v>
                </c:pt>
                <c:pt idx="292">
                  <c:v>1.98</c:v>
                </c:pt>
                <c:pt idx="293">
                  <c:v>11.55</c:v>
                </c:pt>
                <c:pt idx="294">
                  <c:v>0.49</c:v>
                </c:pt>
                <c:pt idx="295">
                  <c:v>12.41</c:v>
                </c:pt>
                <c:pt idx="296">
                  <c:v>15.85</c:v>
                </c:pt>
                <c:pt idx="297">
                  <c:v>1.24</c:v>
                </c:pt>
                <c:pt idx="298">
                  <c:v>1.55</c:v>
                </c:pt>
                <c:pt idx="299">
                  <c:v>11.13</c:v>
                </c:pt>
                <c:pt idx="300">
                  <c:v>1.78</c:v>
                </c:pt>
                <c:pt idx="301">
                  <c:v>3.34</c:v>
                </c:pt>
                <c:pt idx="302">
                  <c:v>2.71</c:v>
                </c:pt>
                <c:pt idx="303">
                  <c:v>36.97</c:v>
                </c:pt>
                <c:pt idx="304">
                  <c:v>22.86</c:v>
                </c:pt>
                <c:pt idx="305">
                  <c:v>2.66</c:v>
                </c:pt>
                <c:pt idx="306">
                  <c:v>1.88</c:v>
                </c:pt>
                <c:pt idx="307">
                  <c:v>2.29</c:v>
                </c:pt>
                <c:pt idx="308">
                  <c:v>2.13</c:v>
                </c:pt>
                <c:pt idx="309">
                  <c:v>2.4300000000000002</c:v>
                </c:pt>
                <c:pt idx="310">
                  <c:v>16.13</c:v>
                </c:pt>
                <c:pt idx="311">
                  <c:v>36.08</c:v>
                </c:pt>
                <c:pt idx="312">
                  <c:v>11</c:v>
                </c:pt>
                <c:pt idx="313">
                  <c:v>6.57</c:v>
                </c:pt>
                <c:pt idx="314">
                  <c:v>27.6</c:v>
                </c:pt>
                <c:pt idx="315">
                  <c:v>5.97</c:v>
                </c:pt>
                <c:pt idx="316">
                  <c:v>2.97</c:v>
                </c:pt>
                <c:pt idx="317">
                  <c:v>14.23</c:v>
                </c:pt>
                <c:pt idx="318">
                  <c:v>0.99</c:v>
                </c:pt>
                <c:pt idx="319">
                  <c:v>4.71</c:v>
                </c:pt>
                <c:pt idx="320">
                  <c:v>2.76</c:v>
                </c:pt>
                <c:pt idx="321">
                  <c:v>1.68</c:v>
                </c:pt>
                <c:pt idx="322">
                  <c:v>7.87</c:v>
                </c:pt>
                <c:pt idx="323">
                  <c:v>1.69</c:v>
                </c:pt>
                <c:pt idx="324">
                  <c:v>16.059999999999999</c:v>
                </c:pt>
                <c:pt idx="325">
                  <c:v>8.66</c:v>
                </c:pt>
                <c:pt idx="326">
                  <c:v>0.96</c:v>
                </c:pt>
                <c:pt idx="327">
                  <c:v>2.62</c:v>
                </c:pt>
                <c:pt idx="328">
                  <c:v>12.64</c:v>
                </c:pt>
                <c:pt idx="329">
                  <c:v>4.2</c:v>
                </c:pt>
                <c:pt idx="330">
                  <c:v>17.739999999999998</c:v>
                </c:pt>
                <c:pt idx="331">
                  <c:v>0.61</c:v>
                </c:pt>
                <c:pt idx="332">
                  <c:v>2.06</c:v>
                </c:pt>
                <c:pt idx="333">
                  <c:v>2.97</c:v>
                </c:pt>
                <c:pt idx="334">
                  <c:v>2.62</c:v>
                </c:pt>
                <c:pt idx="335">
                  <c:v>1.75</c:v>
                </c:pt>
                <c:pt idx="336">
                  <c:v>1.26</c:v>
                </c:pt>
                <c:pt idx="337">
                  <c:v>18.2</c:v>
                </c:pt>
                <c:pt idx="338">
                  <c:v>5.84</c:v>
                </c:pt>
                <c:pt idx="339">
                  <c:v>18.48</c:v>
                </c:pt>
                <c:pt idx="340">
                  <c:v>18.68</c:v>
                </c:pt>
                <c:pt idx="341">
                  <c:v>9.57</c:v>
                </c:pt>
                <c:pt idx="342">
                  <c:v>8.27</c:v>
                </c:pt>
                <c:pt idx="343">
                  <c:v>2.4900000000000002</c:v>
                </c:pt>
                <c:pt idx="344">
                  <c:v>1.55</c:v>
                </c:pt>
                <c:pt idx="345">
                  <c:v>33.229999999999997</c:v>
                </c:pt>
                <c:pt idx="346">
                  <c:v>2.98</c:v>
                </c:pt>
                <c:pt idx="347">
                  <c:v>1.83</c:v>
                </c:pt>
                <c:pt idx="348">
                  <c:v>4.5999999999999996</c:v>
                </c:pt>
                <c:pt idx="349">
                  <c:v>0.92</c:v>
                </c:pt>
                <c:pt idx="350">
                  <c:v>18.59</c:v>
                </c:pt>
                <c:pt idx="351">
                  <c:v>14.66</c:v>
                </c:pt>
                <c:pt idx="352">
                  <c:v>10.37</c:v>
                </c:pt>
                <c:pt idx="353">
                  <c:v>1.68</c:v>
                </c:pt>
                <c:pt idx="354">
                  <c:v>2.4500000000000002</c:v>
                </c:pt>
                <c:pt idx="355">
                  <c:v>4.9400000000000004</c:v>
                </c:pt>
                <c:pt idx="356">
                  <c:v>24.62</c:v>
                </c:pt>
                <c:pt idx="357">
                  <c:v>2.99</c:v>
                </c:pt>
                <c:pt idx="358">
                  <c:v>25.54</c:v>
                </c:pt>
                <c:pt idx="359">
                  <c:v>1.6</c:v>
                </c:pt>
                <c:pt idx="360">
                  <c:v>1.51</c:v>
                </c:pt>
                <c:pt idx="361">
                  <c:v>5.5</c:v>
                </c:pt>
                <c:pt idx="362">
                  <c:v>3.71</c:v>
                </c:pt>
                <c:pt idx="363">
                  <c:v>1.63</c:v>
                </c:pt>
                <c:pt idx="364">
                  <c:v>0.97</c:v>
                </c:pt>
                <c:pt idx="365">
                  <c:v>9.33</c:v>
                </c:pt>
                <c:pt idx="366">
                  <c:v>11.81</c:v>
                </c:pt>
                <c:pt idx="367">
                  <c:v>3.02</c:v>
                </c:pt>
                <c:pt idx="368">
                  <c:v>1.87</c:v>
                </c:pt>
                <c:pt idx="369">
                  <c:v>7.46</c:v>
                </c:pt>
                <c:pt idx="370">
                  <c:v>3.09</c:v>
                </c:pt>
                <c:pt idx="371">
                  <c:v>8.7100000000000009</c:v>
                </c:pt>
                <c:pt idx="372">
                  <c:v>2.38</c:v>
                </c:pt>
                <c:pt idx="373">
                  <c:v>1.86</c:v>
                </c:pt>
                <c:pt idx="374">
                  <c:v>4.4400000000000004</c:v>
                </c:pt>
                <c:pt idx="375">
                  <c:v>1.89</c:v>
                </c:pt>
                <c:pt idx="376">
                  <c:v>6.53</c:v>
                </c:pt>
                <c:pt idx="377">
                  <c:v>3.52</c:v>
                </c:pt>
                <c:pt idx="378">
                  <c:v>1.71</c:v>
                </c:pt>
                <c:pt idx="379">
                  <c:v>4.28</c:v>
                </c:pt>
                <c:pt idx="380">
                  <c:v>6.14</c:v>
                </c:pt>
                <c:pt idx="381">
                  <c:v>3.18</c:v>
                </c:pt>
                <c:pt idx="382">
                  <c:v>2.4</c:v>
                </c:pt>
                <c:pt idx="383">
                  <c:v>3.4</c:v>
                </c:pt>
                <c:pt idx="384">
                  <c:v>4.2699999999999996</c:v>
                </c:pt>
                <c:pt idx="385">
                  <c:v>3.56</c:v>
                </c:pt>
                <c:pt idx="386">
                  <c:v>2.56</c:v>
                </c:pt>
                <c:pt idx="387">
                  <c:v>19.559999999999999</c:v>
                </c:pt>
                <c:pt idx="388">
                  <c:v>1.56</c:v>
                </c:pt>
                <c:pt idx="389">
                  <c:v>1.63</c:v>
                </c:pt>
                <c:pt idx="390">
                  <c:v>1.1200000000000001</c:v>
                </c:pt>
                <c:pt idx="391">
                  <c:v>2.97</c:v>
                </c:pt>
                <c:pt idx="392">
                  <c:v>15.8</c:v>
                </c:pt>
                <c:pt idx="393">
                  <c:v>1.63</c:v>
                </c:pt>
                <c:pt idx="394">
                  <c:v>8.65</c:v>
                </c:pt>
                <c:pt idx="395">
                  <c:v>6.62</c:v>
                </c:pt>
                <c:pt idx="396">
                  <c:v>4.57</c:v>
                </c:pt>
                <c:pt idx="397">
                  <c:v>2.2200000000000002</c:v>
                </c:pt>
                <c:pt idx="398">
                  <c:v>16.34</c:v>
                </c:pt>
                <c:pt idx="399">
                  <c:v>16.3</c:v>
                </c:pt>
                <c:pt idx="400">
                  <c:v>5.51</c:v>
                </c:pt>
                <c:pt idx="401">
                  <c:v>9.0299999999999994</c:v>
                </c:pt>
                <c:pt idx="402">
                  <c:v>2.4500000000000002</c:v>
                </c:pt>
                <c:pt idx="403">
                  <c:v>3.46</c:v>
                </c:pt>
                <c:pt idx="404">
                  <c:v>21.39</c:v>
                </c:pt>
                <c:pt idx="405">
                  <c:v>2.56</c:v>
                </c:pt>
                <c:pt idx="406">
                  <c:v>13.06</c:v>
                </c:pt>
                <c:pt idx="407">
                  <c:v>2.39</c:v>
                </c:pt>
                <c:pt idx="408">
                  <c:v>10.29</c:v>
                </c:pt>
                <c:pt idx="409">
                  <c:v>29.47</c:v>
                </c:pt>
                <c:pt idx="410">
                  <c:v>2.6</c:v>
                </c:pt>
                <c:pt idx="411">
                  <c:v>2.14</c:v>
                </c:pt>
                <c:pt idx="412">
                  <c:v>3.31</c:v>
                </c:pt>
                <c:pt idx="413">
                  <c:v>10.73</c:v>
                </c:pt>
                <c:pt idx="414">
                  <c:v>5.63</c:v>
                </c:pt>
                <c:pt idx="415">
                  <c:v>3.6</c:v>
                </c:pt>
                <c:pt idx="416">
                  <c:v>24.4</c:v>
                </c:pt>
                <c:pt idx="417">
                  <c:v>11.69</c:v>
                </c:pt>
                <c:pt idx="418">
                  <c:v>1.78</c:v>
                </c:pt>
                <c:pt idx="419">
                  <c:v>5.57</c:v>
                </c:pt>
                <c:pt idx="420">
                  <c:v>2.79</c:v>
                </c:pt>
                <c:pt idx="421">
                  <c:v>2.87</c:v>
                </c:pt>
                <c:pt idx="422">
                  <c:v>18.95</c:v>
                </c:pt>
                <c:pt idx="423">
                  <c:v>2.8</c:v>
                </c:pt>
                <c:pt idx="424">
                  <c:v>1.02</c:v>
                </c:pt>
                <c:pt idx="425">
                  <c:v>2.58</c:v>
                </c:pt>
                <c:pt idx="426">
                  <c:v>5.56</c:v>
                </c:pt>
                <c:pt idx="427">
                  <c:v>8.66</c:v>
                </c:pt>
                <c:pt idx="428">
                  <c:v>13.14</c:v>
                </c:pt>
                <c:pt idx="429">
                  <c:v>16.61</c:v>
                </c:pt>
                <c:pt idx="430">
                  <c:v>9.5</c:v>
                </c:pt>
                <c:pt idx="431">
                  <c:v>2.5299999999999998</c:v>
                </c:pt>
                <c:pt idx="432">
                  <c:v>6.21</c:v>
                </c:pt>
                <c:pt idx="433">
                  <c:v>28.64</c:v>
                </c:pt>
                <c:pt idx="434">
                  <c:v>2.04</c:v>
                </c:pt>
                <c:pt idx="435">
                  <c:v>3.3</c:v>
                </c:pt>
                <c:pt idx="436">
                  <c:v>3.17</c:v>
                </c:pt>
                <c:pt idx="437">
                  <c:v>1.99</c:v>
                </c:pt>
                <c:pt idx="438">
                  <c:v>8.81</c:v>
                </c:pt>
                <c:pt idx="439">
                  <c:v>18.440000000000001</c:v>
                </c:pt>
                <c:pt idx="440">
                  <c:v>7.07</c:v>
                </c:pt>
                <c:pt idx="441">
                  <c:v>35.6</c:v>
                </c:pt>
                <c:pt idx="442">
                  <c:v>24.82</c:v>
                </c:pt>
                <c:pt idx="443">
                  <c:v>1.85</c:v>
                </c:pt>
                <c:pt idx="444">
                  <c:v>0.95</c:v>
                </c:pt>
                <c:pt idx="445">
                  <c:v>13.9</c:v>
                </c:pt>
                <c:pt idx="446">
                  <c:v>30.88</c:v>
                </c:pt>
                <c:pt idx="447">
                  <c:v>5.49</c:v>
                </c:pt>
                <c:pt idx="448">
                  <c:v>1.21</c:v>
                </c:pt>
                <c:pt idx="449">
                  <c:v>14.22</c:v>
                </c:pt>
                <c:pt idx="450">
                  <c:v>4.0199999999999996</c:v>
                </c:pt>
                <c:pt idx="451">
                  <c:v>24.32</c:v>
                </c:pt>
                <c:pt idx="452">
                  <c:v>3.6</c:v>
                </c:pt>
                <c:pt idx="453">
                  <c:v>2.7</c:v>
                </c:pt>
                <c:pt idx="454">
                  <c:v>2.62</c:v>
                </c:pt>
                <c:pt idx="455">
                  <c:v>6.57</c:v>
                </c:pt>
                <c:pt idx="456">
                  <c:v>16.11</c:v>
                </c:pt>
                <c:pt idx="457">
                  <c:v>1.38</c:v>
                </c:pt>
                <c:pt idx="458">
                  <c:v>1.24</c:v>
                </c:pt>
                <c:pt idx="459">
                  <c:v>16.91</c:v>
                </c:pt>
                <c:pt idx="460">
                  <c:v>2.4300000000000002</c:v>
                </c:pt>
                <c:pt idx="461">
                  <c:v>2.0699999999999998</c:v>
                </c:pt>
                <c:pt idx="462">
                  <c:v>2.34</c:v>
                </c:pt>
                <c:pt idx="463">
                  <c:v>16.29</c:v>
                </c:pt>
                <c:pt idx="464">
                  <c:v>11.25</c:v>
                </c:pt>
                <c:pt idx="465">
                  <c:v>2.98</c:v>
                </c:pt>
                <c:pt idx="466">
                  <c:v>24.4</c:v>
                </c:pt>
                <c:pt idx="467">
                  <c:v>4.5199999999999996</c:v>
                </c:pt>
                <c:pt idx="468">
                  <c:v>1.85</c:v>
                </c:pt>
                <c:pt idx="469">
                  <c:v>2.27</c:v>
                </c:pt>
                <c:pt idx="470">
                  <c:v>3.04</c:v>
                </c:pt>
                <c:pt idx="471">
                  <c:v>2.85</c:v>
                </c:pt>
                <c:pt idx="472">
                  <c:v>12.81</c:v>
                </c:pt>
                <c:pt idx="473">
                  <c:v>1.26</c:v>
                </c:pt>
                <c:pt idx="474">
                  <c:v>12.27</c:v>
                </c:pt>
                <c:pt idx="475">
                  <c:v>0.52</c:v>
                </c:pt>
                <c:pt idx="476">
                  <c:v>8.99</c:v>
                </c:pt>
                <c:pt idx="477">
                  <c:v>5.19</c:v>
                </c:pt>
                <c:pt idx="478">
                  <c:v>3.63</c:v>
                </c:pt>
                <c:pt idx="479">
                  <c:v>12.11</c:v>
                </c:pt>
                <c:pt idx="480">
                  <c:v>10.99</c:v>
                </c:pt>
                <c:pt idx="481">
                  <c:v>11.58</c:v>
                </c:pt>
                <c:pt idx="482">
                  <c:v>8.8000000000000007</c:v>
                </c:pt>
                <c:pt idx="483">
                  <c:v>38.9</c:v>
                </c:pt>
                <c:pt idx="484">
                  <c:v>3.51</c:v>
                </c:pt>
                <c:pt idx="485">
                  <c:v>3.94</c:v>
                </c:pt>
                <c:pt idx="486">
                  <c:v>4.03</c:v>
                </c:pt>
                <c:pt idx="487">
                  <c:v>0.75</c:v>
                </c:pt>
                <c:pt idx="488">
                  <c:v>3.77</c:v>
                </c:pt>
                <c:pt idx="489">
                  <c:v>2.4900000000000002</c:v>
                </c:pt>
                <c:pt idx="490">
                  <c:v>21.67</c:v>
                </c:pt>
                <c:pt idx="491">
                  <c:v>3.56</c:v>
                </c:pt>
                <c:pt idx="492">
                  <c:v>24.95</c:v>
                </c:pt>
                <c:pt idx="493">
                  <c:v>2.42</c:v>
                </c:pt>
                <c:pt idx="494">
                  <c:v>3.87</c:v>
                </c:pt>
                <c:pt idx="495">
                  <c:v>5.34</c:v>
                </c:pt>
                <c:pt idx="496">
                  <c:v>1.31</c:v>
                </c:pt>
                <c:pt idx="497">
                  <c:v>39.22</c:v>
                </c:pt>
                <c:pt idx="498">
                  <c:v>1.69</c:v>
                </c:pt>
                <c:pt idx="499">
                  <c:v>2.14</c:v>
                </c:pt>
                <c:pt idx="500">
                  <c:v>1.23</c:v>
                </c:pt>
                <c:pt idx="501">
                  <c:v>2.63</c:v>
                </c:pt>
                <c:pt idx="502">
                  <c:v>0.84</c:v>
                </c:pt>
                <c:pt idx="503">
                  <c:v>3.24</c:v>
                </c:pt>
                <c:pt idx="504">
                  <c:v>0.97</c:v>
                </c:pt>
                <c:pt idx="505">
                  <c:v>2.71</c:v>
                </c:pt>
                <c:pt idx="506">
                  <c:v>4.04</c:v>
                </c:pt>
                <c:pt idx="507">
                  <c:v>0.66</c:v>
                </c:pt>
                <c:pt idx="508">
                  <c:v>4.45</c:v>
                </c:pt>
                <c:pt idx="509">
                  <c:v>1.39</c:v>
                </c:pt>
                <c:pt idx="510">
                  <c:v>21.29</c:v>
                </c:pt>
                <c:pt idx="511">
                  <c:v>28.29</c:v>
                </c:pt>
                <c:pt idx="512">
                  <c:v>2.06</c:v>
                </c:pt>
                <c:pt idx="513">
                  <c:v>18.52</c:v>
                </c:pt>
                <c:pt idx="514">
                  <c:v>3.14</c:v>
                </c:pt>
                <c:pt idx="515">
                  <c:v>27.29</c:v>
                </c:pt>
                <c:pt idx="516">
                  <c:v>16.55</c:v>
                </c:pt>
                <c:pt idx="517">
                  <c:v>5.5</c:v>
                </c:pt>
                <c:pt idx="518">
                  <c:v>19.47</c:v>
                </c:pt>
                <c:pt idx="519">
                  <c:v>3.47</c:v>
                </c:pt>
                <c:pt idx="520">
                  <c:v>3.24</c:v>
                </c:pt>
                <c:pt idx="521">
                  <c:v>1.82</c:v>
                </c:pt>
                <c:pt idx="522">
                  <c:v>5.07</c:v>
                </c:pt>
                <c:pt idx="523">
                  <c:v>9.24</c:v>
                </c:pt>
                <c:pt idx="524">
                  <c:v>0.31</c:v>
                </c:pt>
                <c:pt idx="525">
                  <c:v>36.36</c:v>
                </c:pt>
                <c:pt idx="526">
                  <c:v>13.17</c:v>
                </c:pt>
                <c:pt idx="527">
                  <c:v>10.3</c:v>
                </c:pt>
                <c:pt idx="528">
                  <c:v>0.52</c:v>
                </c:pt>
                <c:pt idx="529">
                  <c:v>7.8</c:v>
                </c:pt>
                <c:pt idx="530">
                  <c:v>4.8</c:v>
                </c:pt>
                <c:pt idx="531">
                  <c:v>6.42</c:v>
                </c:pt>
                <c:pt idx="532">
                  <c:v>0.93</c:v>
                </c:pt>
                <c:pt idx="533">
                  <c:v>11.46</c:v>
                </c:pt>
                <c:pt idx="534">
                  <c:v>0.76</c:v>
                </c:pt>
                <c:pt idx="535">
                  <c:v>18.309999999999999</c:v>
                </c:pt>
                <c:pt idx="536">
                  <c:v>1.21</c:v>
                </c:pt>
                <c:pt idx="537">
                  <c:v>0.81</c:v>
                </c:pt>
                <c:pt idx="538">
                  <c:v>5.7</c:v>
                </c:pt>
                <c:pt idx="539">
                  <c:v>9.31</c:v>
                </c:pt>
                <c:pt idx="540">
                  <c:v>6.37</c:v>
                </c:pt>
                <c:pt idx="541">
                  <c:v>3.11</c:v>
                </c:pt>
                <c:pt idx="542">
                  <c:v>4.8</c:v>
                </c:pt>
                <c:pt idx="543">
                  <c:v>8.99</c:v>
                </c:pt>
                <c:pt idx="544">
                  <c:v>8.82</c:v>
                </c:pt>
                <c:pt idx="545">
                  <c:v>6.61</c:v>
                </c:pt>
                <c:pt idx="546">
                  <c:v>0.81</c:v>
                </c:pt>
                <c:pt idx="547">
                  <c:v>11.88</c:v>
                </c:pt>
                <c:pt idx="548">
                  <c:v>4.1900000000000004</c:v>
                </c:pt>
                <c:pt idx="549">
                  <c:v>0.01</c:v>
                </c:pt>
                <c:pt idx="550">
                  <c:v>1.8</c:v>
                </c:pt>
                <c:pt idx="551">
                  <c:v>1.24</c:v>
                </c:pt>
                <c:pt idx="552">
                  <c:v>5.72</c:v>
                </c:pt>
                <c:pt idx="553">
                  <c:v>7.48</c:v>
                </c:pt>
                <c:pt idx="554">
                  <c:v>30.23</c:v>
                </c:pt>
                <c:pt idx="555">
                  <c:v>3.3</c:v>
                </c:pt>
                <c:pt idx="556">
                  <c:v>1.04</c:v>
                </c:pt>
                <c:pt idx="557">
                  <c:v>23.63</c:v>
                </c:pt>
                <c:pt idx="558">
                  <c:v>0.99</c:v>
                </c:pt>
                <c:pt idx="559">
                  <c:v>2.5299999999999998</c:v>
                </c:pt>
                <c:pt idx="560">
                  <c:v>5.18</c:v>
                </c:pt>
                <c:pt idx="561">
                  <c:v>4.1399999999999997</c:v>
                </c:pt>
                <c:pt idx="562">
                  <c:v>10.49</c:v>
                </c:pt>
                <c:pt idx="563">
                  <c:v>2.98</c:v>
                </c:pt>
                <c:pt idx="564">
                  <c:v>2.06</c:v>
                </c:pt>
                <c:pt idx="565">
                  <c:v>14.84</c:v>
                </c:pt>
                <c:pt idx="566">
                  <c:v>15.67</c:v>
                </c:pt>
                <c:pt idx="567">
                  <c:v>1.37</c:v>
                </c:pt>
                <c:pt idx="568">
                  <c:v>8.26</c:v>
                </c:pt>
                <c:pt idx="569">
                  <c:v>2.77</c:v>
                </c:pt>
                <c:pt idx="570">
                  <c:v>3.15</c:v>
                </c:pt>
                <c:pt idx="571">
                  <c:v>7.23</c:v>
                </c:pt>
                <c:pt idx="572">
                  <c:v>3.37</c:v>
                </c:pt>
                <c:pt idx="573">
                  <c:v>20.04</c:v>
                </c:pt>
                <c:pt idx="574">
                  <c:v>13.36</c:v>
                </c:pt>
                <c:pt idx="575">
                  <c:v>1.24</c:v>
                </c:pt>
                <c:pt idx="576">
                  <c:v>1.87</c:v>
                </c:pt>
                <c:pt idx="577">
                  <c:v>8.83</c:v>
                </c:pt>
                <c:pt idx="578">
                  <c:v>2.4700000000000002</c:v>
                </c:pt>
                <c:pt idx="579">
                  <c:v>11.46</c:v>
                </c:pt>
                <c:pt idx="580">
                  <c:v>0.82</c:v>
                </c:pt>
                <c:pt idx="581">
                  <c:v>9.86</c:v>
                </c:pt>
                <c:pt idx="582">
                  <c:v>3.62</c:v>
                </c:pt>
                <c:pt idx="583">
                  <c:v>12.01</c:v>
                </c:pt>
                <c:pt idx="584">
                  <c:v>2.0699999999999998</c:v>
                </c:pt>
                <c:pt idx="585">
                  <c:v>19.61</c:v>
                </c:pt>
                <c:pt idx="586">
                  <c:v>2.54</c:v>
                </c:pt>
                <c:pt idx="587">
                  <c:v>20.440000000000001</c:v>
                </c:pt>
                <c:pt idx="588">
                  <c:v>2.52</c:v>
                </c:pt>
                <c:pt idx="589">
                  <c:v>3.31</c:v>
                </c:pt>
                <c:pt idx="590">
                  <c:v>10.95</c:v>
                </c:pt>
                <c:pt idx="591">
                  <c:v>3.72</c:v>
                </c:pt>
                <c:pt idx="592">
                  <c:v>0.85</c:v>
                </c:pt>
                <c:pt idx="593">
                  <c:v>4.8099999999999996</c:v>
                </c:pt>
                <c:pt idx="594">
                  <c:v>3.7</c:v>
                </c:pt>
                <c:pt idx="595">
                  <c:v>10.66</c:v>
                </c:pt>
                <c:pt idx="596">
                  <c:v>9.2100000000000009</c:v>
                </c:pt>
                <c:pt idx="597">
                  <c:v>1.99</c:v>
                </c:pt>
                <c:pt idx="598">
                  <c:v>4.24</c:v>
                </c:pt>
                <c:pt idx="599">
                  <c:v>8.89</c:v>
                </c:pt>
                <c:pt idx="600">
                  <c:v>3.62</c:v>
                </c:pt>
                <c:pt idx="601">
                  <c:v>12.47</c:v>
                </c:pt>
                <c:pt idx="602">
                  <c:v>12.36</c:v>
                </c:pt>
                <c:pt idx="603">
                  <c:v>3.55</c:v>
                </c:pt>
                <c:pt idx="604">
                  <c:v>2.29</c:v>
                </c:pt>
                <c:pt idx="605">
                  <c:v>2.62</c:v>
                </c:pt>
                <c:pt idx="606">
                  <c:v>1.1599999999999999</c:v>
                </c:pt>
                <c:pt idx="607">
                  <c:v>12.42</c:v>
                </c:pt>
                <c:pt idx="608">
                  <c:v>6.43</c:v>
                </c:pt>
                <c:pt idx="609">
                  <c:v>3.4</c:v>
                </c:pt>
                <c:pt idx="610">
                  <c:v>7.38</c:v>
                </c:pt>
                <c:pt idx="611">
                  <c:v>1.1299999999999999</c:v>
                </c:pt>
                <c:pt idx="612">
                  <c:v>1.57</c:v>
                </c:pt>
                <c:pt idx="613">
                  <c:v>2.0299999999999998</c:v>
                </c:pt>
                <c:pt idx="614">
                  <c:v>1.48</c:v>
                </c:pt>
                <c:pt idx="615">
                  <c:v>1.64</c:v>
                </c:pt>
                <c:pt idx="616">
                  <c:v>3.2</c:v>
                </c:pt>
                <c:pt idx="617">
                  <c:v>23.92</c:v>
                </c:pt>
                <c:pt idx="618">
                  <c:v>1.55</c:v>
                </c:pt>
                <c:pt idx="619">
                  <c:v>0.99</c:v>
                </c:pt>
                <c:pt idx="620">
                  <c:v>2.52</c:v>
                </c:pt>
                <c:pt idx="621">
                  <c:v>1.63</c:v>
                </c:pt>
                <c:pt idx="622">
                  <c:v>7.84</c:v>
                </c:pt>
                <c:pt idx="623">
                  <c:v>8.92</c:v>
                </c:pt>
                <c:pt idx="624">
                  <c:v>1.87</c:v>
                </c:pt>
                <c:pt idx="625">
                  <c:v>6.28</c:v>
                </c:pt>
                <c:pt idx="626">
                  <c:v>5.48</c:v>
                </c:pt>
                <c:pt idx="627">
                  <c:v>6.45</c:v>
                </c:pt>
                <c:pt idx="628">
                  <c:v>25.31</c:v>
                </c:pt>
                <c:pt idx="629">
                  <c:v>8.39</c:v>
                </c:pt>
                <c:pt idx="630">
                  <c:v>14.75</c:v>
                </c:pt>
                <c:pt idx="631">
                  <c:v>11.38</c:v>
                </c:pt>
                <c:pt idx="632">
                  <c:v>6.17</c:v>
                </c:pt>
                <c:pt idx="633">
                  <c:v>3.34</c:v>
                </c:pt>
                <c:pt idx="634">
                  <c:v>9.76</c:v>
                </c:pt>
                <c:pt idx="635">
                  <c:v>19.14</c:v>
                </c:pt>
                <c:pt idx="636">
                  <c:v>4.91</c:v>
                </c:pt>
                <c:pt idx="637">
                  <c:v>2.0299999999999998</c:v>
                </c:pt>
                <c:pt idx="638">
                  <c:v>1.6</c:v>
                </c:pt>
                <c:pt idx="639">
                  <c:v>1.87</c:v>
                </c:pt>
                <c:pt idx="640">
                  <c:v>19.25</c:v>
                </c:pt>
                <c:pt idx="641">
                  <c:v>1.92</c:v>
                </c:pt>
                <c:pt idx="642">
                  <c:v>9.75</c:v>
                </c:pt>
                <c:pt idx="643">
                  <c:v>9.1999999999999993</c:v>
                </c:pt>
                <c:pt idx="644">
                  <c:v>25.57</c:v>
                </c:pt>
                <c:pt idx="645">
                  <c:v>2.2799999999999998</c:v>
                </c:pt>
                <c:pt idx="646">
                  <c:v>12.6</c:v>
                </c:pt>
                <c:pt idx="647">
                  <c:v>23.46</c:v>
                </c:pt>
                <c:pt idx="648">
                  <c:v>22.6</c:v>
                </c:pt>
                <c:pt idx="649">
                  <c:v>10.039999999999999</c:v>
                </c:pt>
                <c:pt idx="650">
                  <c:v>2.0099999999999998</c:v>
                </c:pt>
                <c:pt idx="651">
                  <c:v>24.25</c:v>
                </c:pt>
                <c:pt idx="652">
                  <c:v>4.54</c:v>
                </c:pt>
                <c:pt idx="653">
                  <c:v>16.02</c:v>
                </c:pt>
                <c:pt idx="654">
                  <c:v>9.34</c:v>
                </c:pt>
                <c:pt idx="655">
                  <c:v>16.07</c:v>
                </c:pt>
                <c:pt idx="656">
                  <c:v>17.62</c:v>
                </c:pt>
                <c:pt idx="657">
                  <c:v>0.82</c:v>
                </c:pt>
                <c:pt idx="658">
                  <c:v>31.43</c:v>
                </c:pt>
                <c:pt idx="659">
                  <c:v>18.68</c:v>
                </c:pt>
                <c:pt idx="660">
                  <c:v>1.26</c:v>
                </c:pt>
                <c:pt idx="661">
                  <c:v>1.06</c:v>
                </c:pt>
                <c:pt idx="662">
                  <c:v>7.03</c:v>
                </c:pt>
                <c:pt idx="663">
                  <c:v>14.19</c:v>
                </c:pt>
                <c:pt idx="664">
                  <c:v>7.22</c:v>
                </c:pt>
                <c:pt idx="665">
                  <c:v>9.6300000000000008</c:v>
                </c:pt>
                <c:pt idx="666">
                  <c:v>7.7</c:v>
                </c:pt>
                <c:pt idx="667">
                  <c:v>24.96</c:v>
                </c:pt>
                <c:pt idx="668">
                  <c:v>9.99</c:v>
                </c:pt>
                <c:pt idx="669">
                  <c:v>1.47</c:v>
                </c:pt>
                <c:pt idx="670">
                  <c:v>2.67</c:v>
                </c:pt>
                <c:pt idx="671">
                  <c:v>1.59</c:v>
                </c:pt>
                <c:pt idx="672">
                  <c:v>1.23</c:v>
                </c:pt>
                <c:pt idx="673">
                  <c:v>9.26</c:v>
                </c:pt>
                <c:pt idx="674">
                  <c:v>10.88</c:v>
                </c:pt>
                <c:pt idx="675">
                  <c:v>2.06</c:v>
                </c:pt>
                <c:pt idx="676">
                  <c:v>1.97</c:v>
                </c:pt>
                <c:pt idx="677">
                  <c:v>2.33</c:v>
                </c:pt>
                <c:pt idx="678">
                  <c:v>3.9</c:v>
                </c:pt>
                <c:pt idx="679">
                  <c:v>8.56</c:v>
                </c:pt>
                <c:pt idx="680">
                  <c:v>13.35</c:v>
                </c:pt>
                <c:pt idx="681">
                  <c:v>9.36</c:v>
                </c:pt>
                <c:pt idx="682">
                  <c:v>14.08</c:v>
                </c:pt>
                <c:pt idx="683">
                  <c:v>23.46</c:v>
                </c:pt>
                <c:pt idx="684">
                  <c:v>0.96</c:v>
                </c:pt>
                <c:pt idx="685">
                  <c:v>2.1800000000000002</c:v>
                </c:pt>
                <c:pt idx="686">
                  <c:v>1.7</c:v>
                </c:pt>
                <c:pt idx="687">
                  <c:v>0.65</c:v>
                </c:pt>
                <c:pt idx="688">
                  <c:v>2.31</c:v>
                </c:pt>
                <c:pt idx="689">
                  <c:v>1.64</c:v>
                </c:pt>
                <c:pt idx="690">
                  <c:v>8.08</c:v>
                </c:pt>
                <c:pt idx="691">
                  <c:v>3.04</c:v>
                </c:pt>
                <c:pt idx="692">
                  <c:v>17.86</c:v>
                </c:pt>
                <c:pt idx="693">
                  <c:v>9.2200000000000006</c:v>
                </c:pt>
                <c:pt idx="694">
                  <c:v>3.88</c:v>
                </c:pt>
                <c:pt idx="695">
                  <c:v>2.66</c:v>
                </c:pt>
                <c:pt idx="696">
                  <c:v>1.24</c:v>
                </c:pt>
                <c:pt idx="697">
                  <c:v>1.9</c:v>
                </c:pt>
                <c:pt idx="698">
                  <c:v>9.2200000000000006</c:v>
                </c:pt>
                <c:pt idx="699">
                  <c:v>11.57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8C-4F48-A7D2-E59531019296}"/>
            </c:ext>
          </c:extLst>
        </c:ser>
        <c:ser>
          <c:idx val="1"/>
          <c:order val="1"/>
          <c:tx>
            <c:strRef>
              <c:f>Sheet1!$B$703</c:f>
              <c:strCache>
                <c:ptCount val="1"/>
                <c:pt idx="0">
                  <c:v>Идеальный прогноз</c:v>
                </c:pt>
              </c:strCache>
            </c:strRef>
          </c:tx>
          <c:spPr>
            <a:ln w="15875">
              <a:solidFill>
                <a:srgbClr val="0C056D"/>
              </a:solidFill>
            </a:ln>
          </c:spPr>
          <c:marker>
            <c:symbol val="none"/>
          </c:marker>
          <c:xVal>
            <c:numRef>
              <c:f>Sheet1!$A$704:$A$705</c:f>
              <c:numCache>
                <c:formatCode>General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xVal>
          <c:yVal>
            <c:numRef>
              <c:f>Sheet1!$B$704:$B$705</c:f>
              <c:numCache>
                <c:formatCode>General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28C-4F48-A7D2-E595310192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"/>
          <c:min val="0"/>
        </c:scaling>
        <c:delete val="0"/>
        <c:axPos val="b"/>
        <c:majorGridlines>
          <c:spPr>
            <a:ln w="6350">
              <a:solidFill>
                <a:srgbClr val="D5D9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9AA3C7"/>
            </a:solidFill>
          </a:ln>
        </c:spPr>
        <c:txPr>
          <a:bodyPr/>
          <a:lstStyle/>
          <a:p>
            <a:pPr>
              <a:defRPr sz="1100">
                <a:solidFill>
                  <a:srgbClr val="0C056D"/>
                </a:solidFill>
              </a:defRPr>
            </a:pPr>
            <a:endParaRPr lang="ru-RU"/>
          </a:p>
        </c:txPr>
        <c:crossAx val="-2129643912"/>
        <c:crosses val="autoZero"/>
        <c:crossBetween val="midCat"/>
        <c:majorUnit val="10"/>
      </c:valAx>
      <c:valAx>
        <c:axId val="-2129643912"/>
        <c:scaling>
          <c:orientation val="minMax"/>
          <c:max val="50"/>
          <c:min val="0"/>
        </c:scaling>
        <c:delete val="0"/>
        <c:axPos val="l"/>
        <c:majorGridlines>
          <c:spPr>
            <a:ln w="6350">
              <a:solidFill>
                <a:srgbClr val="D5D9E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9AA3C7"/>
            </a:solidFill>
          </a:ln>
        </c:spPr>
        <c:txPr>
          <a:bodyPr/>
          <a:lstStyle/>
          <a:p>
            <a:pPr>
              <a:defRPr sz="1100">
                <a:solidFill>
                  <a:srgbClr val="0C056D"/>
                </a:solidFill>
              </a:defRPr>
            </a:pPr>
            <a:endParaRPr lang="ru-RU"/>
          </a:p>
        </c:txPr>
        <c:crossAx val="-2128940872"/>
        <c:crosses val="autoZero"/>
        <c:crossBetween val="midCat"/>
        <c:majorUnit val="1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solidFill>
            <a:srgbClr val="0C056D"/>
          </a:solidFill>
          <a:latin typeface="Arial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Средняя урожайность, т/га</c:v>
                </c:pt>
              </c:strCache>
            </c:strRef>
          </c:tx>
          <c:spPr>
            <a:solidFill>
              <a:srgbClr val="F25D9C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1.7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763-4D6A-823B-A8ACFB0A25F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1.8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763-4D6A-823B-A8ACFB0A25F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763-4D6A-823B-A8ACFB0A25F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3.5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763-4D6A-823B-A8ACFB0A25F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4.0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763-4D6A-823B-A8ACFB0A25F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10.6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763-4D6A-823B-A8ACFB0A25F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11.3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763-4D6A-823B-A8ACFB0A25F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11.7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763-4D6A-823B-A8ACFB0A25F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14.7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763-4D6A-823B-A8ACFB0A25F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0C056D"/>
                        </a:solidFill>
                      </a:rPr>
                      <a:t>19.7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763-4D6A-823B-A8ACFB0A25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rgbClr val="0C056D"/>
                    </a:solidFill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Соя</c:v>
                </c:pt>
                <c:pt idx="1">
                  <c:v>Сорго</c:v>
                </c:pt>
                <c:pt idx="2">
                  <c:v>Пшеница</c:v>
                </c:pt>
                <c:pt idx="3">
                  <c:v>Кукуруза</c:v>
                </c:pt>
                <c:pt idx="4">
                  <c:v>Рис</c:v>
                </c:pt>
                <c:pt idx="5">
                  <c:v>Бананы-плантайн</c:v>
                </c:pt>
                <c:pt idx="6">
                  <c:v>Ямс</c:v>
                </c:pt>
                <c:pt idx="7">
                  <c:v>Батат</c:v>
                </c:pt>
                <c:pt idx="8">
                  <c:v>Маниок</c:v>
                </c:pt>
                <c:pt idx="9">
                  <c:v>Картофель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1.66</c:v>
                </c:pt>
                <c:pt idx="1">
                  <c:v>1.83</c:v>
                </c:pt>
                <c:pt idx="2">
                  <c:v>2.97</c:v>
                </c:pt>
                <c:pt idx="3">
                  <c:v>3.53</c:v>
                </c:pt>
                <c:pt idx="4">
                  <c:v>4</c:v>
                </c:pt>
                <c:pt idx="5">
                  <c:v>10.57</c:v>
                </c:pt>
                <c:pt idx="6">
                  <c:v>11.35</c:v>
                </c:pt>
                <c:pt idx="7">
                  <c:v>11.73</c:v>
                </c:pt>
                <c:pt idx="8">
                  <c:v>14.71</c:v>
                </c:pt>
                <c:pt idx="9">
                  <c:v>19.68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8763-4D6A-823B-A8ACFB0A25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6E7FC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300">
          <a:solidFill>
            <a:srgbClr val="0C056D"/>
          </a:solidFill>
          <a:latin typeface="Arial"/>
        </a:defRPr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на обучении</c:v>
                </c:pt>
              </c:strCache>
            </c:strRef>
          </c:tx>
          <c:spPr>
            <a:solidFill>
              <a:srgbClr val="8FA3E8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</a:rPr>
                      <a:t>0.084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CE1-4F0E-8F6C-28C4BE9EDE5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</a:rPr>
                      <a:t>0.922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CE1-4F0E-8F6C-28C4BE9EDE5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</a:rPr>
                      <a:t>0.989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CE1-4F0E-8F6C-28C4BE9EDE5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</a:rPr>
                      <a:t>0.993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CE1-4F0E-8F6C-28C4BE9EDE5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Эксп. 0</c:v>
                </c:pt>
                <c:pt idx="1">
                  <c:v>Эксп. 1</c:v>
                </c:pt>
                <c:pt idx="2">
                  <c:v>Эксп. 2</c:v>
                </c:pt>
                <c:pt idx="3">
                  <c:v>Эксп.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8.3900000000000002E-2</c:v>
                </c:pt>
                <c:pt idx="1">
                  <c:v>0.92200000000000004</c:v>
                </c:pt>
                <c:pt idx="2">
                  <c:v>0.98850000000000005</c:v>
                </c:pt>
                <c:pt idx="3">
                  <c:v>0.99339999999999995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CE1-4F0E-8F6C-28C4BE9EDE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R² на проверке</c:v>
                </c:pt>
              </c:strCache>
            </c:strRef>
          </c:tx>
          <c:spPr>
            <a:solidFill>
              <a:srgbClr val="F25D9C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</a:rPr>
                      <a:t>0.073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CE1-4F0E-8F6C-28C4BE9EDE5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</a:rPr>
                      <a:t>0.910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CE1-4F0E-8F6C-28C4BE9EDE5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</a:rPr>
                      <a:t>0.980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CE1-4F0E-8F6C-28C4BE9EDE5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</a:rPr>
                      <a:t>0.985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CE1-4F0E-8F6C-28C4BE9EDE5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Эксп. 0</c:v>
                </c:pt>
                <c:pt idx="1">
                  <c:v>Эксп. 1</c:v>
                </c:pt>
                <c:pt idx="2">
                  <c:v>Эксп. 2</c:v>
                </c:pt>
                <c:pt idx="3">
                  <c:v>Эксп. 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7.2700000000000001E-2</c:v>
                </c:pt>
                <c:pt idx="1">
                  <c:v>0.90969999999999995</c:v>
                </c:pt>
                <c:pt idx="2">
                  <c:v>0.9798</c:v>
                </c:pt>
                <c:pt idx="3">
                  <c:v>0.98460000000000003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0CE1-4F0E-8F6C-28C4BE9ED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E7FC4"/>
            </a:solidFill>
          </a:ln>
        </c:spPr>
        <c:txPr>
          <a:bodyPr/>
          <a:lstStyle/>
          <a:p>
            <a:pPr>
              <a:defRPr sz="1400">
                <a:solidFill>
                  <a:srgbClr val="0C056D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00000000000000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0C056D"/>
              </a:solidFill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400">
          <a:solidFill>
            <a:srgbClr val="EEF0FB"/>
          </a:solidFill>
          <a:latin typeface="Arial"/>
        </a:defRPr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на проверке, т/га</c:v>
                </c:pt>
              </c:strCache>
            </c:strRef>
          </c:tx>
          <c:spPr>
            <a:solidFill>
              <a:srgbClr val="F25D9C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0.24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EDD-4605-BC59-7F964FAA411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EDD-4605-BC59-7F964FAA411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EDD-4605-BC59-7F964FAA411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0.33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EDD-4605-BC59-7F964FAA411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0.36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EDD-4605-BC59-7F964FAA411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EDD-4605-BC59-7F964FAA411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0.68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EDD-4605-BC59-7F964FAA411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0.68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EDD-4605-BC59-7F964FAA4119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0.96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EDD-4605-BC59-7F964FAA4119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1300" b="1">
                        <a:solidFill>
                          <a:srgbClr val="FFFFFF"/>
                        </a:solidFill>
                      </a:rPr>
                      <a:t>1.15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EDD-4605-BC59-7F964FAA41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Соя</c:v>
                </c:pt>
                <c:pt idx="1">
                  <c:v>Пшеница</c:v>
                </c:pt>
                <c:pt idx="2">
                  <c:v>Рис</c:v>
                </c:pt>
                <c:pt idx="3">
                  <c:v>Сорго</c:v>
                </c:pt>
                <c:pt idx="4">
                  <c:v>Кукуруза</c:v>
                </c:pt>
                <c:pt idx="5">
                  <c:v>Ямс</c:v>
                </c:pt>
                <c:pt idx="6">
                  <c:v>Батат</c:v>
                </c:pt>
                <c:pt idx="7">
                  <c:v>Маниок</c:v>
                </c:pt>
                <c:pt idx="8">
                  <c:v>Бананы-плантайн</c:v>
                </c:pt>
                <c:pt idx="9">
                  <c:v>Картофель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0.24199999999999999</c:v>
                </c:pt>
                <c:pt idx="1">
                  <c:v>0.27400000000000002</c:v>
                </c:pt>
                <c:pt idx="2">
                  <c:v>0.316</c:v>
                </c:pt>
                <c:pt idx="3">
                  <c:v>0.32600000000000001</c:v>
                </c:pt>
                <c:pt idx="4">
                  <c:v>0.36099999999999999</c:v>
                </c:pt>
                <c:pt idx="5">
                  <c:v>0.46500000000000002</c:v>
                </c:pt>
                <c:pt idx="6">
                  <c:v>0.67800000000000005</c:v>
                </c:pt>
                <c:pt idx="7">
                  <c:v>0.68200000000000005</c:v>
                </c:pt>
                <c:pt idx="8">
                  <c:v>0.95699999999999996</c:v>
                </c:pt>
                <c:pt idx="9">
                  <c:v>1.145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4EDD-4605-BC59-7F964FAA41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6E7FC4"/>
            </a:solidFill>
          </a:ln>
        </c:spPr>
        <c:txPr>
          <a:bodyPr/>
          <a:lstStyle/>
          <a:p>
            <a:pPr>
              <a:defRPr sz="1300">
                <a:solidFill>
                  <a:srgbClr val="0C056D"/>
                </a:solidFill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35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300">
          <a:solidFill>
            <a:srgbClr val="EEF0FB"/>
          </a:solidFill>
          <a:latin typeface="Arial"/>
        </a:defRPr>
      </a:pPr>
      <a:endParaRPr lang="ru-RU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2ae2e348d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Команда «ГенИИ», направление «Большие данные и искусственный интеллект», кейс «Цифровой агроном». Нейросеть в NNTrack прогнозирует урожайность культуры по историческим данным.</a:t>
            </a:r>
          </a:p>
        </p:txBody>
      </p:sp>
      <p:sp>
        <p:nvSpPr>
          <p:cNvPr id="127" name="Google Shape;127;g3d2ae2e348d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Проблема: на урожай влияет много факторов, человеку трудно учесть их вместе. Цель — нейросеть в NNTrack для прогноза урожайности. Задачи: изучить данные, обучить несколько архитектур, сравнить их и оценить лучшую на новых данных.</a:t>
            </a:r>
          </a:p>
        </p:txBody>
      </p:sp>
      <p:sp>
        <p:nvSpPr>
          <p:cNvPr id="144" name="Google Shape;144;g3d2a652db4e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A404A0A-6E2B-1E8B-28FB-E6C47452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0E02B270-DABD-E7C3-D2C1-4A3667EFD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69C95029-6E71-6221-0F73-AFA83CCC3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A5073CF7-70C0-BD2E-2268-6C3DB6FB80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586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29FA1858-2B40-EFB8-F36F-EDDE4202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FC4B3A96-3BE1-3D95-42D4-C934B23BC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8516107D-12A3-81C3-364D-289CF899D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84140353-5AF6-117F-2E63-6F2E71E33E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2048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BD8E560-8BD2-2D36-DEF7-C17EA243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9B14F39C-4243-0307-05EB-EBA1AE22D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54D03A4D-264A-3CA0-ED0E-4C3A710B2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F4D9E9FB-E08A-C21A-9656-4397A66A01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1837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36198424-CB0F-A249-A8E3-7AA10132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2F8FD11F-5916-B417-A1E9-60D75CCF9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31FD7707-FF79-5B40-CCDE-344C8BB907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4C9ADCC8-CCAB-F199-BAD7-AE2084EF41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763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B9D5263-1727-9938-DD54-CF361347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2a652db4e_0_3:notes">
            <a:extLst>
              <a:ext uri="{FF2B5EF4-FFF2-40B4-BE49-F238E27FC236}">
                <a16:creationId xmlns:a16="http://schemas.microsoft.com/office/drawing/2014/main" id="{C7868B80-7016-BBCF-C7FE-831C52D3E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d2a652db4e_0_3:notes">
            <a:extLst>
              <a:ext uri="{FF2B5EF4-FFF2-40B4-BE49-F238E27FC236}">
                <a16:creationId xmlns:a16="http://schemas.microsoft.com/office/drawing/2014/main" id="{05F8D156-9767-0F7B-F7B2-C64BBDEF3A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44" name="Google Shape;144;g3d2a652db4e_0_3:notes">
            <a:extLst>
              <a:ext uri="{FF2B5EF4-FFF2-40B4-BE49-F238E27FC236}">
                <a16:creationId xmlns:a16="http://schemas.microsoft.com/office/drawing/2014/main" id="{01CFC9A0-B674-C643-D12D-CC367EE90C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6902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B761809A-62F9-4815-E8E1-54FC67F4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4E2018D5-3E78-C2BB-1BFD-2DBE4C567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914B22E9-B439-85B1-AEDA-BDE5D69E3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0180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962ABF31-ADB0-1600-A57E-9ED0FD43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824FFFA0-4C52-45AC-BC32-DA68EBED8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238FCEC2-AADF-C35A-EAE7-6AAA70DEC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5647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4AD99AB8-6D8D-19FB-CED9-26795EA6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B2866CDF-7FDF-91C6-64E7-A47C67688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3DD4D8CC-1B68-C76D-1A98-18DFC85C9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5714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CCF3FC39-CB63-56D0-8D0A-74BAEBA9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6AF09277-F395-40E9-3FB6-982F4B9B9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11859FD9-798B-DA84-FA20-F982C7111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4081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>
          <a:extLst>
            <a:ext uri="{FF2B5EF4-FFF2-40B4-BE49-F238E27FC236}">
              <a16:creationId xmlns:a16="http://schemas.microsoft.com/office/drawing/2014/main" id="{FEC60050-DEE5-E8A3-2EF0-C84E9A8D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eee2ef580_2_133:notes">
            <a:extLst>
              <a:ext uri="{FF2B5EF4-FFF2-40B4-BE49-F238E27FC236}">
                <a16:creationId xmlns:a16="http://schemas.microsoft.com/office/drawing/2014/main" id="{DF89C5EB-5BAC-A53B-1A22-83BD8AE58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346" name="Google Shape;346;g3ceee2ef580_2_133:notes">
            <a:extLst>
              <a:ext uri="{FF2B5EF4-FFF2-40B4-BE49-F238E27FC236}">
                <a16:creationId xmlns:a16="http://schemas.microsoft.com/office/drawing/2014/main" id="{925FA70C-EE6A-9488-4AA1-D6D0780A6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81305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userDrawn="1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950AF6-FE86-C1DD-84F6-E43E32D0C8BD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6" name="Google Shape;156;p26"/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rgbClr val="F25D9C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rgbClr val="F25D9C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21C011-1621-6943-C094-D1844E587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FEA28B37-EFEC-DD3B-2813-303E523C56F3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accent5">
              <a:lumMod val="50000"/>
              <a:alpha val="37000"/>
            </a:schemeClr>
          </a:solidFill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6474D4CD-B3AB-C7F1-A36C-DBA09BE0D030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51173DE7-022F-3081-7B39-2A4F530BD905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1D65B466-D8C1-48CD-AC9F-3F9CA52894B9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402F7A4D-3B39-73F6-284D-1E0FABDFA8C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B6716CBC-ADFE-D671-A08E-6B4C75903E2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E3421906-80D7-8010-744B-30D60CD06E0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67005FB3-1E2C-C16C-F92F-22775F1AFBA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787FAF4D-C41F-9945-AB8B-269CDB1DE64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13F0F93C-AF48-B066-29BB-BB6F22FA24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AE9D3077-4ECD-8FC0-776E-A11EAB8DEE25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541598B5-675E-29F5-23C8-9043CF68536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31EA9C7A-CA24-23A0-0ACD-79DB513E79C5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BBAF9E68-8E5F-974C-1F26-0C07B068F779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7B5B79EE-A48E-3D97-16B9-392B367161EA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01BB5F6F-0774-D0A0-9241-E43A1B1EEB54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AF08FF79-722C-0DFB-3534-BFD378125A62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26AA4802-F348-2EC6-C0BB-279A931A7173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D3CEA54C-B6DF-E2F4-22E5-E3C29D79D4C3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0603060-AA42-7D11-F293-E9FDE5AE0F8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2D70EB86-305B-275C-0234-EFA048EAA3F9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936F3F27-9F53-9801-20C6-68FBF330BB3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61B77275-16CC-6F02-0A74-4FF412471089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062390DA-F375-521C-806D-ED627547DC0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8988F183-2E8A-82A6-01AD-C3390BC6E49F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AB527B1B-6062-A396-CB05-26B3B72E599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28299DE0-D70F-CB67-27BE-07B8BBDDABB1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28" name="Группа 127">
              <a:extLst>
                <a:ext uri="{FF2B5EF4-FFF2-40B4-BE49-F238E27FC236}">
                  <a16:creationId xmlns:a16="http://schemas.microsoft.com/office/drawing/2014/main" id="{EA8A0D31-208B-9853-AA18-C30BE11AF9E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9" name="Овал 128">
                <a:extLst>
                  <a:ext uri="{FF2B5EF4-FFF2-40B4-BE49-F238E27FC236}">
                    <a16:creationId xmlns:a16="http://schemas.microsoft.com/office/drawing/2014/main" id="{DF6C5202-B6C7-CC91-7644-D13DA2524746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0" name="Овал 129">
                <a:extLst>
                  <a:ext uri="{FF2B5EF4-FFF2-40B4-BE49-F238E27FC236}">
                    <a16:creationId xmlns:a16="http://schemas.microsoft.com/office/drawing/2014/main" id="{E70F337A-206B-E56B-BA62-9CB65B98C196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1" name="Овал 130">
                <a:extLst>
                  <a:ext uri="{FF2B5EF4-FFF2-40B4-BE49-F238E27FC236}">
                    <a16:creationId xmlns:a16="http://schemas.microsoft.com/office/drawing/2014/main" id="{AF1C029B-EA18-6B15-C35E-1036CCEEBB2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2" name="Овал 131">
                <a:extLst>
                  <a:ext uri="{FF2B5EF4-FFF2-40B4-BE49-F238E27FC236}">
                    <a16:creationId xmlns:a16="http://schemas.microsoft.com/office/drawing/2014/main" id="{62768765-F6B9-15D8-9642-D9D3F8548DA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3" name="Овал 132">
                <a:extLst>
                  <a:ext uri="{FF2B5EF4-FFF2-40B4-BE49-F238E27FC236}">
                    <a16:creationId xmlns:a16="http://schemas.microsoft.com/office/drawing/2014/main" id="{BE81DC64-0E03-4388-7DD9-78F166A0DC06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4" name="Овал 133">
                <a:extLst>
                  <a:ext uri="{FF2B5EF4-FFF2-40B4-BE49-F238E27FC236}">
                    <a16:creationId xmlns:a16="http://schemas.microsoft.com/office/drawing/2014/main" id="{1A30A618-E1C5-B9DF-A375-DDC28C45CC70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5" name="Овал 134">
                <a:extLst>
                  <a:ext uri="{FF2B5EF4-FFF2-40B4-BE49-F238E27FC236}">
                    <a16:creationId xmlns:a16="http://schemas.microsoft.com/office/drawing/2014/main" id="{4795DD14-80A5-202B-CDDE-D7A5D221D76A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6" name="Овал 135">
                <a:extLst>
                  <a:ext uri="{FF2B5EF4-FFF2-40B4-BE49-F238E27FC236}">
                    <a16:creationId xmlns:a16="http://schemas.microsoft.com/office/drawing/2014/main" id="{3E07917D-5FBF-C2EC-288C-1E8CA3821614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7" name="Овал 136">
                <a:extLst>
                  <a:ext uri="{FF2B5EF4-FFF2-40B4-BE49-F238E27FC236}">
                    <a16:creationId xmlns:a16="http://schemas.microsoft.com/office/drawing/2014/main" id="{49775266-C9EC-8DE1-A4D7-6D286EF9E0B1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>
                <a:extLst>
                  <a:ext uri="{FF2B5EF4-FFF2-40B4-BE49-F238E27FC236}">
                    <a16:creationId xmlns:a16="http://schemas.microsoft.com/office/drawing/2014/main" id="{42D19CAE-57BB-4854-1D92-36BE072865DE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>
                <a:extLst>
                  <a:ext uri="{FF2B5EF4-FFF2-40B4-BE49-F238E27FC236}">
                    <a16:creationId xmlns:a16="http://schemas.microsoft.com/office/drawing/2014/main" id="{62BB8C15-D83F-7670-BD76-F53B23601D2F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0" name="Овал 139">
                <a:extLst>
                  <a:ext uri="{FF2B5EF4-FFF2-40B4-BE49-F238E27FC236}">
                    <a16:creationId xmlns:a16="http://schemas.microsoft.com/office/drawing/2014/main" id="{B9744941-A65D-06AF-4B5B-C1AE7235F57C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41" name="Группа 140">
              <a:extLst>
                <a:ext uri="{FF2B5EF4-FFF2-40B4-BE49-F238E27FC236}">
                  <a16:creationId xmlns:a16="http://schemas.microsoft.com/office/drawing/2014/main" id="{A649E183-0FF2-4E88-6014-142539524DC7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42" name="Овал 141">
                <a:extLst>
                  <a:ext uri="{FF2B5EF4-FFF2-40B4-BE49-F238E27FC236}">
                    <a16:creationId xmlns:a16="http://schemas.microsoft.com/office/drawing/2014/main" id="{6191C992-6ED6-581A-33B1-01A3636D04E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3" name="Овал 142">
                <a:extLst>
                  <a:ext uri="{FF2B5EF4-FFF2-40B4-BE49-F238E27FC236}">
                    <a16:creationId xmlns:a16="http://schemas.microsoft.com/office/drawing/2014/main" id="{91C0EEC8-E50D-3CDE-60B1-B5B5FCD5F1FD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4" name="Овал 143">
                <a:extLst>
                  <a:ext uri="{FF2B5EF4-FFF2-40B4-BE49-F238E27FC236}">
                    <a16:creationId xmlns:a16="http://schemas.microsoft.com/office/drawing/2014/main" id="{A8876C72-3CEB-C31C-7EAC-9112AA39AE2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5" name="Овал 144">
                <a:extLst>
                  <a:ext uri="{FF2B5EF4-FFF2-40B4-BE49-F238E27FC236}">
                    <a16:creationId xmlns:a16="http://schemas.microsoft.com/office/drawing/2014/main" id="{0ED34D4C-C30D-2686-97AD-378F0A6A0ED6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6" name="Овал 145">
                <a:extLst>
                  <a:ext uri="{FF2B5EF4-FFF2-40B4-BE49-F238E27FC236}">
                    <a16:creationId xmlns:a16="http://schemas.microsoft.com/office/drawing/2014/main" id="{2659F737-A2AD-A3BF-2E7F-246ECB6904C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>
                <a:extLst>
                  <a:ext uri="{FF2B5EF4-FFF2-40B4-BE49-F238E27FC236}">
                    <a16:creationId xmlns:a16="http://schemas.microsoft.com/office/drawing/2014/main" id="{C27AB7A2-DAF9-5632-BF1C-98BD0ED7BCBB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>
                <a:extLst>
                  <a:ext uri="{FF2B5EF4-FFF2-40B4-BE49-F238E27FC236}">
                    <a16:creationId xmlns:a16="http://schemas.microsoft.com/office/drawing/2014/main" id="{F6A856ED-B375-CC83-E5FE-21EBF5AA7BAD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9" name="Овал 148">
                <a:extLst>
                  <a:ext uri="{FF2B5EF4-FFF2-40B4-BE49-F238E27FC236}">
                    <a16:creationId xmlns:a16="http://schemas.microsoft.com/office/drawing/2014/main" id="{7F121378-FF11-27B5-EB2E-82A926AB22B1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0" name="Овал 149">
                <a:extLst>
                  <a:ext uri="{FF2B5EF4-FFF2-40B4-BE49-F238E27FC236}">
                    <a16:creationId xmlns:a16="http://schemas.microsoft.com/office/drawing/2014/main" id="{449830E8-1416-1B12-C8FA-F88F0C18C10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1" name="Овал 150">
                <a:extLst>
                  <a:ext uri="{FF2B5EF4-FFF2-40B4-BE49-F238E27FC236}">
                    <a16:creationId xmlns:a16="http://schemas.microsoft.com/office/drawing/2014/main" id="{5496E25D-0B89-0C18-0F12-CA04904CF87D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2" name="Овал 151">
                <a:extLst>
                  <a:ext uri="{FF2B5EF4-FFF2-40B4-BE49-F238E27FC236}">
                    <a16:creationId xmlns:a16="http://schemas.microsoft.com/office/drawing/2014/main" id="{CFFFC7D4-3465-4011-7BDF-C5575B4A3AD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3" name="Овал 152">
                <a:extLst>
                  <a:ext uri="{FF2B5EF4-FFF2-40B4-BE49-F238E27FC236}">
                    <a16:creationId xmlns:a16="http://schemas.microsoft.com/office/drawing/2014/main" id="{7483F722-AED6-CECE-9C31-EE7F82E8FEE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54" name="Группа 153">
              <a:extLst>
                <a:ext uri="{FF2B5EF4-FFF2-40B4-BE49-F238E27FC236}">
                  <a16:creationId xmlns:a16="http://schemas.microsoft.com/office/drawing/2014/main" id="{43D81B9B-DBCC-0EC3-10E2-85ACE27D5D6E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55" name="Овал 154">
                <a:extLst>
                  <a:ext uri="{FF2B5EF4-FFF2-40B4-BE49-F238E27FC236}">
                    <a16:creationId xmlns:a16="http://schemas.microsoft.com/office/drawing/2014/main" id="{9BCC341E-7FC9-F2CB-FC9C-EB760B6DF40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7" name="Овал 156">
                <a:extLst>
                  <a:ext uri="{FF2B5EF4-FFF2-40B4-BE49-F238E27FC236}">
                    <a16:creationId xmlns:a16="http://schemas.microsoft.com/office/drawing/2014/main" id="{31339C42-4E4A-FB13-193F-06D66A787F7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8" name="Овал 157">
                <a:extLst>
                  <a:ext uri="{FF2B5EF4-FFF2-40B4-BE49-F238E27FC236}">
                    <a16:creationId xmlns:a16="http://schemas.microsoft.com/office/drawing/2014/main" id="{B919E6AC-48D0-B9AA-0EC0-7E3573463877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9" name="Овал 158">
                <a:extLst>
                  <a:ext uri="{FF2B5EF4-FFF2-40B4-BE49-F238E27FC236}">
                    <a16:creationId xmlns:a16="http://schemas.microsoft.com/office/drawing/2014/main" id="{8979A6BD-8964-6AF7-C8A2-5E2739122EB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0" name="Овал 159">
                <a:extLst>
                  <a:ext uri="{FF2B5EF4-FFF2-40B4-BE49-F238E27FC236}">
                    <a16:creationId xmlns:a16="http://schemas.microsoft.com/office/drawing/2014/main" id="{B42B1C1A-33AA-0AA5-5504-2CD983DBE9E6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1" name="Овал 160">
                <a:extLst>
                  <a:ext uri="{FF2B5EF4-FFF2-40B4-BE49-F238E27FC236}">
                    <a16:creationId xmlns:a16="http://schemas.microsoft.com/office/drawing/2014/main" id="{A3A388B0-8A41-8CB5-CD62-EA1EC38B9B6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2" name="Овал 161">
                <a:extLst>
                  <a:ext uri="{FF2B5EF4-FFF2-40B4-BE49-F238E27FC236}">
                    <a16:creationId xmlns:a16="http://schemas.microsoft.com/office/drawing/2014/main" id="{E0573775-4755-377B-89AD-B07C21E27F93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3" name="Овал 162">
                <a:extLst>
                  <a:ext uri="{FF2B5EF4-FFF2-40B4-BE49-F238E27FC236}">
                    <a16:creationId xmlns:a16="http://schemas.microsoft.com/office/drawing/2014/main" id="{620389AF-8996-E24E-C669-417B72D54D56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4" name="Овал 163">
                <a:extLst>
                  <a:ext uri="{FF2B5EF4-FFF2-40B4-BE49-F238E27FC236}">
                    <a16:creationId xmlns:a16="http://schemas.microsoft.com/office/drawing/2014/main" id="{DF965211-8D62-DAF4-AD30-FF911CD2E6E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5" name="Овал 164">
                <a:extLst>
                  <a:ext uri="{FF2B5EF4-FFF2-40B4-BE49-F238E27FC236}">
                    <a16:creationId xmlns:a16="http://schemas.microsoft.com/office/drawing/2014/main" id="{47C5C140-6AC7-4267-C005-55DDDE5020C7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6" name="Овал 165">
                <a:extLst>
                  <a:ext uri="{FF2B5EF4-FFF2-40B4-BE49-F238E27FC236}">
                    <a16:creationId xmlns:a16="http://schemas.microsoft.com/office/drawing/2014/main" id="{B47E6D64-B7A2-E1BA-3856-36770A6697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7" name="Овал 166">
                <a:extLst>
                  <a:ext uri="{FF2B5EF4-FFF2-40B4-BE49-F238E27FC236}">
                    <a16:creationId xmlns:a16="http://schemas.microsoft.com/office/drawing/2014/main" id="{C68E983A-A327-1733-4A0F-D1B346416557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68" name="Группа 167">
              <a:extLst>
                <a:ext uri="{FF2B5EF4-FFF2-40B4-BE49-F238E27FC236}">
                  <a16:creationId xmlns:a16="http://schemas.microsoft.com/office/drawing/2014/main" id="{6BF08605-6B40-032D-D876-2FC35B1C6EFF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69" name="Овал 168">
                <a:extLst>
                  <a:ext uri="{FF2B5EF4-FFF2-40B4-BE49-F238E27FC236}">
                    <a16:creationId xmlns:a16="http://schemas.microsoft.com/office/drawing/2014/main" id="{29FB61B4-6F35-DB33-F301-CCC9A3BA1D4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0" name="Овал 169">
                <a:extLst>
                  <a:ext uri="{FF2B5EF4-FFF2-40B4-BE49-F238E27FC236}">
                    <a16:creationId xmlns:a16="http://schemas.microsoft.com/office/drawing/2014/main" id="{5261B2A0-2F94-9EF7-D3D6-08F00AB1FF7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1" name="Овал 170">
                <a:extLst>
                  <a:ext uri="{FF2B5EF4-FFF2-40B4-BE49-F238E27FC236}">
                    <a16:creationId xmlns:a16="http://schemas.microsoft.com/office/drawing/2014/main" id="{7E4E31D5-65D0-3366-74B9-72F715BC01C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2" name="Овал 171">
                <a:extLst>
                  <a:ext uri="{FF2B5EF4-FFF2-40B4-BE49-F238E27FC236}">
                    <a16:creationId xmlns:a16="http://schemas.microsoft.com/office/drawing/2014/main" id="{92A44E3F-CFE2-7FAB-CCE2-B4C5A330B49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3" name="Овал 172">
                <a:extLst>
                  <a:ext uri="{FF2B5EF4-FFF2-40B4-BE49-F238E27FC236}">
                    <a16:creationId xmlns:a16="http://schemas.microsoft.com/office/drawing/2014/main" id="{052436BD-1294-F690-EDDD-FF8CD5F47DC3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4" name="Овал 173">
                <a:extLst>
                  <a:ext uri="{FF2B5EF4-FFF2-40B4-BE49-F238E27FC236}">
                    <a16:creationId xmlns:a16="http://schemas.microsoft.com/office/drawing/2014/main" id="{032827D9-5568-108B-6414-CF321B09E823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5" name="Овал 174">
                <a:extLst>
                  <a:ext uri="{FF2B5EF4-FFF2-40B4-BE49-F238E27FC236}">
                    <a16:creationId xmlns:a16="http://schemas.microsoft.com/office/drawing/2014/main" id="{4707B77D-7912-92EB-3477-DBEB542F07A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6" name="Овал 175">
                <a:extLst>
                  <a:ext uri="{FF2B5EF4-FFF2-40B4-BE49-F238E27FC236}">
                    <a16:creationId xmlns:a16="http://schemas.microsoft.com/office/drawing/2014/main" id="{008ABBCF-B97A-33DF-D03D-CDB0CBBC3CC9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7" name="Овал 176">
                <a:extLst>
                  <a:ext uri="{FF2B5EF4-FFF2-40B4-BE49-F238E27FC236}">
                    <a16:creationId xmlns:a16="http://schemas.microsoft.com/office/drawing/2014/main" id="{3D9C1546-19E1-E379-B9A5-E0D9DE429B4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8" name="Овал 177">
                <a:extLst>
                  <a:ext uri="{FF2B5EF4-FFF2-40B4-BE49-F238E27FC236}">
                    <a16:creationId xmlns:a16="http://schemas.microsoft.com/office/drawing/2014/main" id="{860709F4-8040-FA75-9CBD-EAEFEB78339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9" name="Овал 178">
                <a:extLst>
                  <a:ext uri="{FF2B5EF4-FFF2-40B4-BE49-F238E27FC236}">
                    <a16:creationId xmlns:a16="http://schemas.microsoft.com/office/drawing/2014/main" id="{3113EBDF-C2DD-AB54-F319-488257E0AF9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0" name="Овал 179">
                <a:extLst>
                  <a:ext uri="{FF2B5EF4-FFF2-40B4-BE49-F238E27FC236}">
                    <a16:creationId xmlns:a16="http://schemas.microsoft.com/office/drawing/2014/main" id="{6DFA5CA6-AC4F-F1E5-0FB0-75E96F43C76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 userDrawn="1">
  <p:cSld name="1_Заголовок и объект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C0EA5-1832-61E6-13C9-564BA366A6A8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2597">
                <a:srgbClr val="0C056D"/>
              </a:gs>
              <a:gs pos="100000">
                <a:srgbClr val="5A90B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AB1C6-B33F-1644-83B1-1157CE61B9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4C987-9D45-C0CA-ECA2-722F79D534C6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bg1">
              <a:alpha val="11000"/>
            </a:schemeClr>
          </a:solidFill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9067625-C588-9770-7710-A85680D86A79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217D0424-7AAB-FB46-96E3-030563373FE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8F957C45-0D21-0DFD-9587-90676D09D10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81E1AC52-BD8A-9AAF-A51F-D32A92F4D68A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Овал 74">
                <a:extLst>
                  <a:ext uri="{FF2B5EF4-FFF2-40B4-BE49-F238E27FC236}">
                    <a16:creationId xmlns:a16="http://schemas.microsoft.com/office/drawing/2014/main" id="{CDF4FF4C-4BE4-86A4-48E5-4C8BB82C770D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B8610CF2-17C5-F9D1-B804-76C5F5B6C4E0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04342589-3A9B-DF74-E58B-34279489F47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3B1FC095-B96F-425C-48B4-848BE36C78B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2C99916B-F908-DB0F-2FD5-F8388DBF723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1CF35604-149E-90B4-471D-5AEB1DC383BB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Овал 80">
                <a:extLst>
                  <a:ext uri="{FF2B5EF4-FFF2-40B4-BE49-F238E27FC236}">
                    <a16:creationId xmlns:a16="http://schemas.microsoft.com/office/drawing/2014/main" id="{C0AA3B0E-D866-A71E-9988-50E92859782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Овал 81">
                <a:extLst>
                  <a:ext uri="{FF2B5EF4-FFF2-40B4-BE49-F238E27FC236}">
                    <a16:creationId xmlns:a16="http://schemas.microsoft.com/office/drawing/2014/main" id="{3FBABFE8-A5F9-984E-8461-4C15DC12B74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C31A80E8-78CC-5A03-DE39-59AC9757CF1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F9566723-C550-0C34-73C1-D965A4E96442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4DF15092-85D4-14E3-5FE3-BA449E9F8B8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7EDE0F84-EB2D-5AD5-97CC-F43D8B4E645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1D01FCF-121D-023D-DA22-706D784B1CB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id="{A4C56064-F0BE-9591-6DF6-546EEA6E96D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329D3665-1FD3-17D4-948C-ABBD33754C7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66838AED-A4A3-C336-C073-8CC6A135961D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5908662A-2113-5A4E-8D80-78CD498FAB98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C2A02350-9082-39BE-7F89-A057B52E8A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AB8FF502-854E-0EB7-D921-1BBFA6E36AAA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A5DDE894-0F9D-3920-BC10-FF885344A304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79154672-B073-28C2-5203-739E4EF480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5294A291-07EC-AD49-665C-F5F781DCF6D2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D8A2859-981B-AF49-D452-D0324484006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C0E884FD-6BAD-19C5-96F2-4B5B72FF011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A3BD95B8-1B84-13E2-A331-2187D33B4D3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C8E1A9E7-3B71-2BD8-085E-81AC6E2C248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Овал 50">
                <a:extLst>
                  <a:ext uri="{FF2B5EF4-FFF2-40B4-BE49-F238E27FC236}">
                    <a16:creationId xmlns:a16="http://schemas.microsoft.com/office/drawing/2014/main" id="{FDE5F8A0-835B-5DE1-190B-B316845C03D2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Овал 51">
                <a:extLst>
                  <a:ext uri="{FF2B5EF4-FFF2-40B4-BE49-F238E27FC236}">
                    <a16:creationId xmlns:a16="http://schemas.microsoft.com/office/drawing/2014/main" id="{DFFF9F5C-B4EA-0648-7FE8-80FB8933DBC9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3736A675-E09A-0B34-5FBB-60101991383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F0205FD3-01E0-BC33-6EBE-617F916C872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95C22443-1548-3FEA-CB8F-F4F949EB141F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A49CD9A8-0B6A-4ABC-7DB5-77B7A32FA112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9EF3F474-A60A-8D86-660E-4D43A7A7CE5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47D03B42-9908-852C-7CC8-3A5950242018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31A580B4-28D7-2B25-4A5A-1A30D4048DF8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D2D00B2-FC09-9994-3707-3D040DCB968D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BFE8076-E6A6-6FAD-84A6-6B464432E157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A64EAAF7-BCF9-CF46-A360-53E978251074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4EAFFF68-8995-621A-3A83-75F22A2F9528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7B1F5B8B-F53F-DA15-2B88-D503DD52A48F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CE9E6F78-B882-28DB-BFC3-72C573507BB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54B5CC78-C2D6-2B96-4007-6A772592292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259CC6A0-DD73-BA98-D44F-8083FF26974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FF752B8E-9387-D1BB-5985-56632A7525EE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B8580458-43AD-1421-884E-23AAEEA5F78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6DE063F9-7121-E7B0-A2FC-3B67248E124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B8EA0218-2EC7-02ED-6C9C-3B9462CDF2E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8C976065-5D50-AD7D-DBD1-1F7830D8DB4A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5F36F857-848D-5C1E-49D3-25CA629BBB65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93CC5343-E38A-0DAE-E984-CC873960E22B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62FC995F-E38D-5901-51F6-48C5BB2282B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B898664B-257C-B282-1B65-CC122256E5E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ABE793A3-87FB-48B4-934A-9EAB04889374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BC6C73F5-8C70-B522-818B-5D5C8BD17B9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Овал 28">
                <a:extLst>
                  <a:ext uri="{FF2B5EF4-FFF2-40B4-BE49-F238E27FC236}">
                    <a16:creationId xmlns:a16="http://schemas.microsoft.com/office/drawing/2014/main" id="{2D78ED1B-67DA-2798-46CB-AE72D77AA127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BDFA093F-5860-B6DE-C840-B4F8AF732C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7FD2D0ED-30AA-247D-04D7-13931569913C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B60A4676-6664-D224-5108-4A30A88DF54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64E0A259-FCF0-1A80-B8FF-164EE2D4684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BF008609-79A2-100F-FF4A-9957F0909154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B5A0EF36-6E00-154D-A5DB-D21560DDD17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EDA47C70-36A2-A1E2-1DD5-165A63C04FF8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E840331B-983D-23AC-C808-DDD76C60EEF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B668C530-619F-059D-9718-A2C315C8F211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DF49B7F7-88D6-8528-BB7E-1E757ABB09AF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45A1BDBE-52D3-2231-F851-82D49B5BCAE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034E483A-23A7-7CBF-3FFC-9A35C6B2E64A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6FC6EF7-8CEE-4F64-F8E0-B20ACCED8731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FD9A8ED1-FEB3-AE7D-2D10-E5C5C3FC3F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6445B6CC-1A9E-45E2-1D46-7AE3C2F44C6D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6C972157-D593-D343-3A43-C53A12BBB2F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9946F223-2665-353C-6066-98C31160210C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42442C05-5C18-9126-3896-9B414575197E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E23F72D4-E684-2762-FE0D-70EC1ACE323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84" name="Google Shape;156;p26">
            <a:extLst>
              <a:ext uri="{FF2B5EF4-FFF2-40B4-BE49-F238E27FC236}">
                <a16:creationId xmlns:a16="http://schemas.microsoft.com/office/drawing/2014/main" id="{095CD1AD-8B29-2DB6-7763-A2A503D89ECB}"/>
              </a:ext>
            </a:extLst>
          </p:cNvPr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chemeClr val="bg1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337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 userDrawn="1">
  <p:cSld name="1_Заголовок и объект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C0EA5-1832-61E6-13C9-564BA366A6A8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100000">
                <a:srgbClr val="F8ADCD"/>
              </a:gs>
              <a:gs pos="0">
                <a:srgbClr val="F25D9C"/>
              </a:gs>
              <a:gs pos="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AB1C6-B33F-1644-83B1-1157CE61B9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9A0C92-0874-F6CD-706A-B5657D814F19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bg1">
              <a:alpha val="14000"/>
            </a:schemeClr>
          </a:solidFill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5BECE00-9407-00DB-AE31-41DBB4AA12FD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D2B9471E-7284-7A18-294E-31A5059E3411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0DA1AA94-8D87-5EC6-B180-0179A58D4549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966590AC-E3F7-C2DC-9153-4937C1BABCA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Овал 74">
                <a:extLst>
                  <a:ext uri="{FF2B5EF4-FFF2-40B4-BE49-F238E27FC236}">
                    <a16:creationId xmlns:a16="http://schemas.microsoft.com/office/drawing/2014/main" id="{F34CAB5A-75B0-512D-7AA2-B7D6464593A7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2FBA986E-E49F-31FE-8AB8-7282072E0CF3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B39EF272-6BC3-C307-8FC1-8C647E02E3AC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1899F280-E82D-B257-B657-E952EFC612F5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BC7962CA-62B8-ABD2-A47F-C5DA79317278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F34C65B0-E199-B3DA-4ECD-A384DC7D6287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Овал 80">
                <a:extLst>
                  <a:ext uri="{FF2B5EF4-FFF2-40B4-BE49-F238E27FC236}">
                    <a16:creationId xmlns:a16="http://schemas.microsoft.com/office/drawing/2014/main" id="{39249369-2B85-92B5-54E8-8B6D927AA403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Овал 81">
                <a:extLst>
                  <a:ext uri="{FF2B5EF4-FFF2-40B4-BE49-F238E27FC236}">
                    <a16:creationId xmlns:a16="http://schemas.microsoft.com/office/drawing/2014/main" id="{76AE18E7-624D-46BD-72A0-87075D96CB90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2DF9A227-1BAE-7BFC-7074-F4215D3F2005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D300902E-3555-C5CF-14DC-8FCFDDF8D4EB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96E0755A-DDCA-BFEE-6A59-E428F18A1A1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E687BC9B-FE23-9B2F-39CE-438A2ECD13D6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ACA23E23-B2D4-61FC-FFF3-EF3C057E9ACD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id="{B75262D1-93C4-472B-2B28-B3A478E96BD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B9FFC06B-0B88-9B3E-E5AB-49BC838C8C2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D8B9C336-C43A-4D7B-7462-5F3F8BB84729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B25F015E-F1FF-4686-5BD7-0BCFBFF239CA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43F6144B-47BF-D41B-2C95-1A29F42D8225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AF350845-CA5F-5CB6-18E4-E0387D8DBC5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6B20593C-4A38-5EE2-E404-1BA9CA67C45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AD46C1C3-A34E-85C9-E479-B429F0F4E643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19C785F3-77AC-1372-2F64-3922B03F2CCC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B352DCCF-3F97-C879-8598-99438C549E0D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6DA5C2B8-B13C-78BB-2829-2B27FFCB0D7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1589C75D-A469-C049-DC51-7B56B0180783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4BE16D68-5BFD-302E-280A-336E350D223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Овал 50">
                <a:extLst>
                  <a:ext uri="{FF2B5EF4-FFF2-40B4-BE49-F238E27FC236}">
                    <a16:creationId xmlns:a16="http://schemas.microsoft.com/office/drawing/2014/main" id="{291CF16E-BC0D-AA28-1AD7-99CA7DA85958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Овал 51">
                <a:extLst>
                  <a:ext uri="{FF2B5EF4-FFF2-40B4-BE49-F238E27FC236}">
                    <a16:creationId xmlns:a16="http://schemas.microsoft.com/office/drawing/2014/main" id="{305975E5-7271-67C7-9745-1E6B8FD7FA1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0197CBBB-ED2F-84E0-91BF-FBB2ED733C8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5C3334F3-27C6-5655-E66B-2D02D611BD9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6A780DB8-D81B-152E-BC51-35A9D6D989E5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41CC72CF-07D5-9AB5-B6AC-F9CFD2870D2C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0330396A-18FE-FABE-C705-69EF2BADD9BE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ECD7F195-BBEA-E4BA-5868-9FC7DB3D1166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0E37F652-13B6-9217-C4F0-C61AB0AF92F4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C5C2014B-EC8C-E245-92FA-D26910BEBF7C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EEF8044-BC96-1F28-B42B-10D9D036A240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E342A3AB-0847-65A1-F349-E71178C739DD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83DBC965-B657-51A7-9459-313FACFEFF7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B0DAE39C-DD67-68AF-44AB-2185254DF138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DA344A40-CE24-3E34-379F-66A6A682E5E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E39B86E6-813C-96DD-30C5-E38B5C71C41E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CDF7C292-D426-FDE8-51D1-909A696203D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934E11CB-C0B4-6E98-1BD8-BCC83BF34DE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7E77A3E6-8AB1-F7F1-0C57-46085451489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92B41BC1-FBFC-19E2-4CAE-C6547C111E25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AEE4C43D-7ABE-4CDD-9DF7-E34431C1B4F4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2D7F8D28-3051-A95A-5D59-ED2545A8047C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093B3D75-238A-A82A-4441-B0ABED752C53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2A2E42B6-F294-0C94-1EDE-1191D998E8B6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DC377225-336C-D920-76A0-6C2C071A77AF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373EB9D1-38D7-A098-2D5A-9AF0DAE8C792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26CC4F03-EFF9-48AF-BAAB-E4DB8AEC296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7219629F-79C1-5257-2940-832C4965FEC4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Овал 28">
                <a:extLst>
                  <a:ext uri="{FF2B5EF4-FFF2-40B4-BE49-F238E27FC236}">
                    <a16:creationId xmlns:a16="http://schemas.microsoft.com/office/drawing/2014/main" id="{4B6491ED-7A30-90D8-D6BB-DF7D7DEA2E1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AB35F1D2-CAFE-3DD2-0573-30B79832F492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77AD252D-C418-C700-9A95-452CD5BA8FA1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A6481A98-F30C-4304-592B-5705B9570B1B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29B3F925-4567-9B56-4837-D096D011CB6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C795D3B7-134C-CAE0-C4B4-71A3605EA5D8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D37DCFFE-5694-8FB1-0582-3FBBC77083E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9AD6B8E3-045E-8E7C-AD1A-BE959C10E158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BAB4FE78-796A-9DCE-4680-26974532A93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C1D84788-CF59-FFBC-C220-8F5EB7506251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14835DEF-C827-A8B1-63E4-A024841BC836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9CD0BF02-0C74-77FC-8FE8-1B360AAD9D4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40D795B8-A4D8-B10B-6DEF-2F054BACDD48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06795806-E139-074C-4DB0-D0235534A0CE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26CF5682-7EAA-BCF8-B122-4521845720D6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1DBC73E7-0300-A5B3-C8AD-47A5F406EE8E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E66D7512-351B-5DD9-DCB4-36A0174DE8F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9F576EE6-D236-57B7-5ACF-6BD89E0B4DB4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9C170524-05D7-D746-7F16-7A2988E9CC3A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0D02C886-886B-25A5-A649-1BCCBDF6BCE2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84" name="Google Shape;156;p26">
            <a:extLst>
              <a:ext uri="{FF2B5EF4-FFF2-40B4-BE49-F238E27FC236}">
                <a16:creationId xmlns:a16="http://schemas.microsoft.com/office/drawing/2014/main" id="{0C3AC116-D1DB-9E00-EBE2-D7CCDE3BE613}"/>
              </a:ext>
            </a:extLst>
          </p:cNvPr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rgbClr val="B61AAE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rgbClr val="B61A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55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 userDrawn="1">
  <p:cSld name="1_Заголовок и объект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C0EA5-1832-61E6-13C9-564BA366A6A8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0549A"/>
              </a:gs>
              <a:gs pos="100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AB1C6-B33F-1644-83B1-1157CE61B9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4C987-9D45-C0CA-ECA2-722F79D534C6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bg1">
              <a:alpha val="30000"/>
            </a:schemeClr>
          </a:solidFill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9067625-C588-9770-7710-A85680D86A79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217D0424-7AAB-FB46-96E3-030563373FE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8F957C45-0D21-0DFD-9587-90676D09D10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81E1AC52-BD8A-9AAF-A51F-D32A92F4D68A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Овал 74">
                <a:extLst>
                  <a:ext uri="{FF2B5EF4-FFF2-40B4-BE49-F238E27FC236}">
                    <a16:creationId xmlns:a16="http://schemas.microsoft.com/office/drawing/2014/main" id="{CDF4FF4C-4BE4-86A4-48E5-4C8BB82C770D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B8610CF2-17C5-F9D1-B804-76C5F5B6C4E0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04342589-3A9B-DF74-E58B-34279489F47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3B1FC095-B96F-425C-48B4-848BE36C78B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2C99916B-F908-DB0F-2FD5-F8388DBF723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1CF35604-149E-90B4-471D-5AEB1DC383BB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Овал 80">
                <a:extLst>
                  <a:ext uri="{FF2B5EF4-FFF2-40B4-BE49-F238E27FC236}">
                    <a16:creationId xmlns:a16="http://schemas.microsoft.com/office/drawing/2014/main" id="{C0AA3B0E-D866-A71E-9988-50E92859782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Овал 81">
                <a:extLst>
                  <a:ext uri="{FF2B5EF4-FFF2-40B4-BE49-F238E27FC236}">
                    <a16:creationId xmlns:a16="http://schemas.microsoft.com/office/drawing/2014/main" id="{3FBABFE8-A5F9-984E-8461-4C15DC12B74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C31A80E8-78CC-5A03-DE39-59AC9757CF1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F9566723-C550-0C34-73C1-D965A4E96442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4DF15092-85D4-14E3-5FE3-BA449E9F8B8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7EDE0F84-EB2D-5AD5-97CC-F43D8B4E645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1D01FCF-121D-023D-DA22-706D784B1CB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id="{A4C56064-F0BE-9591-6DF6-546EEA6E96D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329D3665-1FD3-17D4-948C-ABBD33754C7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66838AED-A4A3-C336-C073-8CC6A135961D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5908662A-2113-5A4E-8D80-78CD498FAB98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C2A02350-9082-39BE-7F89-A057B52E8A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AB8FF502-854E-0EB7-D921-1BBFA6E36AAA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A5DDE894-0F9D-3920-BC10-FF885344A304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79154672-B073-28C2-5203-739E4EF480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5294A291-07EC-AD49-665C-F5F781DCF6D2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D8A2859-981B-AF49-D452-D0324484006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C0E884FD-6BAD-19C5-96F2-4B5B72FF011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A3BD95B8-1B84-13E2-A331-2187D33B4D3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C8E1A9E7-3B71-2BD8-085E-81AC6E2C248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Овал 50">
                <a:extLst>
                  <a:ext uri="{FF2B5EF4-FFF2-40B4-BE49-F238E27FC236}">
                    <a16:creationId xmlns:a16="http://schemas.microsoft.com/office/drawing/2014/main" id="{FDE5F8A0-835B-5DE1-190B-B316845C03D2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Овал 51">
                <a:extLst>
                  <a:ext uri="{FF2B5EF4-FFF2-40B4-BE49-F238E27FC236}">
                    <a16:creationId xmlns:a16="http://schemas.microsoft.com/office/drawing/2014/main" id="{DFFF9F5C-B4EA-0648-7FE8-80FB8933DBC9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3736A675-E09A-0B34-5FBB-60101991383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F0205FD3-01E0-BC33-6EBE-617F916C872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95C22443-1548-3FEA-CB8F-F4F949EB141F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A49CD9A8-0B6A-4ABC-7DB5-77B7A32FA112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9EF3F474-A60A-8D86-660E-4D43A7A7CE5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47D03B42-9908-852C-7CC8-3A5950242018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31A580B4-28D7-2B25-4A5A-1A30D4048DF8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D2D00B2-FC09-9994-3707-3D040DCB968D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BFE8076-E6A6-6FAD-84A6-6B464432E157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A64EAAF7-BCF9-CF46-A360-53E978251074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4EAFFF68-8995-621A-3A83-75F22A2F9528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7B1F5B8B-F53F-DA15-2B88-D503DD52A48F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CE9E6F78-B882-28DB-BFC3-72C573507BB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54B5CC78-C2D6-2B96-4007-6A772592292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259CC6A0-DD73-BA98-D44F-8083FF26974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FF752B8E-9387-D1BB-5985-56632A7525EE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B8580458-43AD-1421-884E-23AAEEA5F78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6DE063F9-7121-E7B0-A2FC-3B67248E124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B8EA0218-2EC7-02ED-6C9C-3B9462CDF2E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8C976065-5D50-AD7D-DBD1-1F7830D8DB4A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5F36F857-848D-5C1E-49D3-25CA629BBB65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93CC5343-E38A-0DAE-E984-CC873960E22B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62FC995F-E38D-5901-51F6-48C5BB2282B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B898664B-257C-B282-1B65-CC122256E5E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ABE793A3-87FB-48B4-934A-9EAB04889374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BC6C73F5-8C70-B522-818B-5D5C8BD17B9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Овал 28">
                <a:extLst>
                  <a:ext uri="{FF2B5EF4-FFF2-40B4-BE49-F238E27FC236}">
                    <a16:creationId xmlns:a16="http://schemas.microsoft.com/office/drawing/2014/main" id="{2D78ED1B-67DA-2798-46CB-AE72D77AA127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BDFA093F-5860-B6DE-C840-B4F8AF732C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7FD2D0ED-30AA-247D-04D7-13931569913C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B60A4676-6664-D224-5108-4A30A88DF54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64E0A259-FCF0-1A80-B8FF-164EE2D4684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BF008609-79A2-100F-FF4A-9957F0909154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B5A0EF36-6E00-154D-A5DB-D21560DDD17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EDA47C70-36A2-A1E2-1DD5-165A63C04FF8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E840331B-983D-23AC-C808-DDD76C60EEF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B668C530-619F-059D-9718-A2C315C8F211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DF49B7F7-88D6-8528-BB7E-1E757ABB09AF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45A1BDBE-52D3-2231-F851-82D49B5BCAE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034E483A-23A7-7CBF-3FFC-9A35C6B2E64A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6FC6EF7-8CEE-4F64-F8E0-B20ACCED8731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FD9A8ED1-FEB3-AE7D-2D10-E5C5C3FC3F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6445B6CC-1A9E-45E2-1D46-7AE3C2F44C6D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6C972157-D593-D343-3A43-C53A12BBB2F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9946F223-2665-353C-6066-98C31160210C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42442C05-5C18-9126-3896-9B414575197E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E23F72D4-E684-2762-FE0D-70EC1ACE323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84" name="Google Shape;156;p26">
            <a:extLst>
              <a:ext uri="{FF2B5EF4-FFF2-40B4-BE49-F238E27FC236}">
                <a16:creationId xmlns:a16="http://schemas.microsoft.com/office/drawing/2014/main" id="{0AD3E3DD-BD31-2917-0256-C3550C23ADDB}"/>
              </a:ext>
            </a:extLst>
          </p:cNvPr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rgbClr val="00549A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rgbClr val="0054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659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 userDrawn="1">
  <p:cSld name="1_Заголовок и объект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83C0EA5-1832-61E6-13C9-564BA366A6A8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A19FC7"/>
              </a:gs>
              <a:gs pos="100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156;p26">
            <a:extLst>
              <a:ext uri="{FF2B5EF4-FFF2-40B4-BE49-F238E27FC236}">
                <a16:creationId xmlns:a16="http://schemas.microsoft.com/office/drawing/2014/main" id="{5CE0454D-7BEF-AA77-4C8F-B33CC90DA61A}"/>
              </a:ext>
            </a:extLst>
          </p:cNvPr>
          <p:cNvSpPr txBox="1"/>
          <p:nvPr userDrawn="1"/>
        </p:nvSpPr>
        <p:spPr>
          <a:xfrm>
            <a:off x="8544560" y="4874269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chemeClr val="bg1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AB1C6-B33F-1644-83B1-1157CE61B9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4C987-9D45-C0CA-ECA2-722F79D534C6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bg1">
              <a:alpha val="30000"/>
            </a:schemeClr>
          </a:solidFill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9067625-C588-9770-7710-A85680D86A79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72" name="Овал 71">
                <a:extLst>
                  <a:ext uri="{FF2B5EF4-FFF2-40B4-BE49-F238E27FC236}">
                    <a16:creationId xmlns:a16="http://schemas.microsoft.com/office/drawing/2014/main" id="{217D0424-7AAB-FB46-96E3-030563373FE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Овал 72">
                <a:extLst>
                  <a:ext uri="{FF2B5EF4-FFF2-40B4-BE49-F238E27FC236}">
                    <a16:creationId xmlns:a16="http://schemas.microsoft.com/office/drawing/2014/main" id="{8F957C45-0D21-0DFD-9587-90676D09D10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4" name="Овал 73">
                <a:extLst>
                  <a:ext uri="{FF2B5EF4-FFF2-40B4-BE49-F238E27FC236}">
                    <a16:creationId xmlns:a16="http://schemas.microsoft.com/office/drawing/2014/main" id="{81E1AC52-BD8A-9AAF-A51F-D32A92F4D68A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5" name="Овал 74">
                <a:extLst>
                  <a:ext uri="{FF2B5EF4-FFF2-40B4-BE49-F238E27FC236}">
                    <a16:creationId xmlns:a16="http://schemas.microsoft.com/office/drawing/2014/main" id="{CDF4FF4C-4BE4-86A4-48E5-4C8BB82C770D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B8610CF2-17C5-F9D1-B804-76C5F5B6C4E0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04342589-3A9B-DF74-E58B-34279489F47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3B1FC095-B96F-425C-48B4-848BE36C78B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9" name="Овал 78">
                <a:extLst>
                  <a:ext uri="{FF2B5EF4-FFF2-40B4-BE49-F238E27FC236}">
                    <a16:creationId xmlns:a16="http://schemas.microsoft.com/office/drawing/2014/main" id="{2C99916B-F908-DB0F-2FD5-F8388DBF723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0" name="Овал 79">
                <a:extLst>
                  <a:ext uri="{FF2B5EF4-FFF2-40B4-BE49-F238E27FC236}">
                    <a16:creationId xmlns:a16="http://schemas.microsoft.com/office/drawing/2014/main" id="{1CF35604-149E-90B4-471D-5AEB1DC383BB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1" name="Овал 80">
                <a:extLst>
                  <a:ext uri="{FF2B5EF4-FFF2-40B4-BE49-F238E27FC236}">
                    <a16:creationId xmlns:a16="http://schemas.microsoft.com/office/drawing/2014/main" id="{C0AA3B0E-D866-A71E-9988-50E92859782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2" name="Овал 81">
                <a:extLst>
                  <a:ext uri="{FF2B5EF4-FFF2-40B4-BE49-F238E27FC236}">
                    <a16:creationId xmlns:a16="http://schemas.microsoft.com/office/drawing/2014/main" id="{3FBABFE8-A5F9-984E-8461-4C15DC12B74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C31A80E8-78CC-5A03-DE39-59AC9757CF1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F9566723-C550-0C34-73C1-D965A4E96442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60" name="Овал 59">
                <a:extLst>
                  <a:ext uri="{FF2B5EF4-FFF2-40B4-BE49-F238E27FC236}">
                    <a16:creationId xmlns:a16="http://schemas.microsoft.com/office/drawing/2014/main" id="{4DF15092-85D4-14E3-5FE3-BA449E9F8B83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7EDE0F84-EB2D-5AD5-97CC-F43D8B4E645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31D01FCF-121D-023D-DA22-706D784B1CB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Овал 62">
                <a:extLst>
                  <a:ext uri="{FF2B5EF4-FFF2-40B4-BE49-F238E27FC236}">
                    <a16:creationId xmlns:a16="http://schemas.microsoft.com/office/drawing/2014/main" id="{A4C56064-F0BE-9591-6DF6-546EEA6E96D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329D3665-1FD3-17D4-948C-ABBD33754C7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66838AED-A4A3-C336-C073-8CC6A135961D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5908662A-2113-5A4E-8D80-78CD498FAB98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7" name="Овал 66">
                <a:extLst>
                  <a:ext uri="{FF2B5EF4-FFF2-40B4-BE49-F238E27FC236}">
                    <a16:creationId xmlns:a16="http://schemas.microsoft.com/office/drawing/2014/main" id="{C2A02350-9082-39BE-7F89-A057B52E8A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AB8FF502-854E-0EB7-D921-1BBFA6E36AAA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A5DDE894-0F9D-3920-BC10-FF885344A304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79154672-B073-28C2-5203-739E4EF480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1" name="Овал 70">
                <a:extLst>
                  <a:ext uri="{FF2B5EF4-FFF2-40B4-BE49-F238E27FC236}">
                    <a16:creationId xmlns:a16="http://schemas.microsoft.com/office/drawing/2014/main" id="{5294A291-07EC-AD49-665C-F5F781DCF6D2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D8A2859-981B-AF49-D452-D0324484006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C0E884FD-6BAD-19C5-96F2-4B5B72FF011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A3BD95B8-1B84-13E2-A331-2187D33B4D30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Овал 49">
                <a:extLst>
                  <a:ext uri="{FF2B5EF4-FFF2-40B4-BE49-F238E27FC236}">
                    <a16:creationId xmlns:a16="http://schemas.microsoft.com/office/drawing/2014/main" id="{C8E1A9E7-3B71-2BD8-085E-81AC6E2C248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Овал 50">
                <a:extLst>
                  <a:ext uri="{FF2B5EF4-FFF2-40B4-BE49-F238E27FC236}">
                    <a16:creationId xmlns:a16="http://schemas.microsoft.com/office/drawing/2014/main" id="{FDE5F8A0-835B-5DE1-190B-B316845C03D2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Овал 51">
                <a:extLst>
                  <a:ext uri="{FF2B5EF4-FFF2-40B4-BE49-F238E27FC236}">
                    <a16:creationId xmlns:a16="http://schemas.microsoft.com/office/drawing/2014/main" id="{DFFF9F5C-B4EA-0648-7FE8-80FB8933DBC9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Овал 52">
                <a:extLst>
                  <a:ext uri="{FF2B5EF4-FFF2-40B4-BE49-F238E27FC236}">
                    <a16:creationId xmlns:a16="http://schemas.microsoft.com/office/drawing/2014/main" id="{3736A675-E09A-0B34-5FBB-601019913836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Овал 53">
                <a:extLst>
                  <a:ext uri="{FF2B5EF4-FFF2-40B4-BE49-F238E27FC236}">
                    <a16:creationId xmlns:a16="http://schemas.microsoft.com/office/drawing/2014/main" id="{F0205FD3-01E0-BC33-6EBE-617F916C872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95C22443-1548-3FEA-CB8F-F4F949EB141F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A49CD9A8-0B6A-4ABC-7DB5-77B7A32FA112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Овал 56">
                <a:extLst>
                  <a:ext uri="{FF2B5EF4-FFF2-40B4-BE49-F238E27FC236}">
                    <a16:creationId xmlns:a16="http://schemas.microsoft.com/office/drawing/2014/main" id="{9EF3F474-A60A-8D86-660E-4D43A7A7CE52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8" name="Овал 57">
                <a:extLst>
                  <a:ext uri="{FF2B5EF4-FFF2-40B4-BE49-F238E27FC236}">
                    <a16:creationId xmlns:a16="http://schemas.microsoft.com/office/drawing/2014/main" id="{47D03B42-9908-852C-7CC8-3A5950242018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9" name="Овал 58">
                <a:extLst>
                  <a:ext uri="{FF2B5EF4-FFF2-40B4-BE49-F238E27FC236}">
                    <a16:creationId xmlns:a16="http://schemas.microsoft.com/office/drawing/2014/main" id="{31A580B4-28D7-2B25-4A5A-1A30D4048DF8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9D2D00B2-FC09-9994-3707-3D040DCB968D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BFE8076-E6A6-6FAD-84A6-6B464432E157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A64EAAF7-BCF9-CF46-A360-53E978251074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4EAFFF68-8995-621A-3A83-75F22A2F9528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7B1F5B8B-F53F-DA15-2B88-D503DD52A48F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CE9E6F78-B882-28DB-BFC3-72C573507BB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54B5CC78-C2D6-2B96-4007-6A772592292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259CC6A0-DD73-BA98-D44F-8083FF26974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FF752B8E-9387-D1BB-5985-56632A7525EE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B8580458-43AD-1421-884E-23AAEEA5F78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6DE063F9-7121-E7B0-A2FC-3B67248E124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B8EA0218-2EC7-02ED-6C9C-3B9462CDF2E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Овал 46">
                <a:extLst>
                  <a:ext uri="{FF2B5EF4-FFF2-40B4-BE49-F238E27FC236}">
                    <a16:creationId xmlns:a16="http://schemas.microsoft.com/office/drawing/2014/main" id="{8C976065-5D50-AD7D-DBD1-1F7830D8DB4A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5F36F857-848D-5C1E-49D3-25CA629BBB65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93CC5343-E38A-0DAE-E984-CC873960E22B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62FC995F-E38D-5901-51F6-48C5BB2282B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B898664B-257C-B282-1B65-CC122256E5E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ABE793A3-87FB-48B4-934A-9EAB04889374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Овал 27">
                <a:extLst>
                  <a:ext uri="{FF2B5EF4-FFF2-40B4-BE49-F238E27FC236}">
                    <a16:creationId xmlns:a16="http://schemas.microsoft.com/office/drawing/2014/main" id="{BC6C73F5-8C70-B522-818B-5D5C8BD17B9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Овал 28">
                <a:extLst>
                  <a:ext uri="{FF2B5EF4-FFF2-40B4-BE49-F238E27FC236}">
                    <a16:creationId xmlns:a16="http://schemas.microsoft.com/office/drawing/2014/main" id="{2D78ED1B-67DA-2798-46CB-AE72D77AA127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BDFA093F-5860-B6DE-C840-B4F8AF732C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7FD2D0ED-30AA-247D-04D7-13931569913C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B60A4676-6664-D224-5108-4A30A88DF54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64E0A259-FCF0-1A80-B8FF-164EE2D4684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BF008609-79A2-100F-FF4A-9957F0909154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B5A0EF36-6E00-154D-A5DB-D21560DDD17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EDA47C70-36A2-A1E2-1DD5-165A63C04FF8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E840331B-983D-23AC-C808-DDD76C60EEF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B668C530-619F-059D-9718-A2C315C8F211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DF49B7F7-88D6-8528-BB7E-1E757ABB09AF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45A1BDBE-52D3-2231-F851-82D49B5BCAE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034E483A-23A7-7CBF-3FFC-9A35C6B2E64A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6FC6EF7-8CEE-4F64-F8E0-B20ACCED8731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FD9A8ED1-FEB3-AE7D-2D10-E5C5C3FC3F5F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6445B6CC-1A9E-45E2-1D46-7AE3C2F44C6D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6C972157-D593-D343-3A43-C53A12BBB2F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9946F223-2665-353C-6066-98C31160210C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42442C05-5C18-9126-3896-9B414575197E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E23F72D4-E684-2762-FE0D-70EC1ACE323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84" name="Google Shape;156;p26">
            <a:extLst>
              <a:ext uri="{FF2B5EF4-FFF2-40B4-BE49-F238E27FC236}">
                <a16:creationId xmlns:a16="http://schemas.microsoft.com/office/drawing/2014/main" id="{37A242B9-6076-DDC1-B8E2-A56C7C74BA62}"/>
              </a:ext>
            </a:extLst>
          </p:cNvPr>
          <p:cNvSpPr txBox="1"/>
          <p:nvPr userDrawn="1"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18065EE7-A717-46A1-A32B-C5B7AF537424}" type="slidenum">
              <a:rPr lang="ru" sz="1050" smtClean="0">
                <a:solidFill>
                  <a:srgbClr val="00549A"/>
                </a:solidFill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 dirty="0">
              <a:solidFill>
                <a:srgbClr val="0054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7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preserve="1" userDrawn="1">
  <p:cSld name="1_Титульны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950AF6-FE86-C1DD-84F6-E43E32D0C8BD}"/>
              </a:ext>
            </a:extLst>
          </p:cNvPr>
          <p:cNvSpPr/>
          <p:nvPr userDrawn="1"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21C011-1621-6943-C094-D1844E587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560" y="137993"/>
            <a:ext cx="1402964" cy="324653"/>
          </a:xfrm>
          <a:prstGeom prst="rect">
            <a:avLst/>
          </a:prstGeom>
        </p:spPr>
      </p:pic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FEA28B37-EFEC-DD3B-2813-303E523C56F3}"/>
              </a:ext>
            </a:extLst>
          </p:cNvPr>
          <p:cNvGrpSpPr/>
          <p:nvPr userDrawn="1"/>
        </p:nvGrpSpPr>
        <p:grpSpPr>
          <a:xfrm>
            <a:off x="254791" y="670273"/>
            <a:ext cx="8615773" cy="3797268"/>
            <a:chOff x="731520" y="670560"/>
            <a:chExt cx="8075850" cy="3559305"/>
          </a:xfrm>
          <a:solidFill>
            <a:schemeClr val="accent5">
              <a:lumMod val="50000"/>
              <a:alpha val="37000"/>
            </a:schemeClr>
          </a:solidFill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6474D4CD-B3AB-C7F1-A36C-DBA09BE0D030}"/>
                </a:ext>
              </a:extLst>
            </p:cNvPr>
            <p:cNvGrpSpPr/>
            <p:nvPr userDrawn="1"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51173DE7-022F-3081-7B39-2A4F530BD905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1D65B466-D8C1-48CD-AC9F-3F9CA52894B9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402F7A4D-3B39-73F6-284D-1E0FABDFA8C9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B6716CBC-ADFE-D671-A08E-6B4C75903E2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E3421906-80D7-8010-744B-30D60CD06E01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67005FB3-1E2C-C16C-F92F-22775F1AFBA5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787FAF4D-C41F-9945-AB8B-269CDB1DE644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13F0F93C-AF48-B066-29BB-BB6F22FA2462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AE9D3077-4ECD-8FC0-776E-A11EAB8DEE25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541598B5-675E-29F5-23C8-9043CF68536A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Овал 14">
                <a:extLst>
                  <a:ext uri="{FF2B5EF4-FFF2-40B4-BE49-F238E27FC236}">
                    <a16:creationId xmlns:a16="http://schemas.microsoft.com/office/drawing/2014/main" id="{31EA9C7A-CA24-23A0-0ACD-79DB513E79C5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BBAF9E68-8E5F-974C-1F26-0C07B068F779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7B5B79EE-A48E-3D97-16B9-392B367161EA}"/>
                </a:ext>
              </a:extLst>
            </p:cNvPr>
            <p:cNvGrpSpPr/>
            <p:nvPr userDrawn="1"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01BB5F6F-0774-D0A0-9241-E43A1B1EEB54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AF08FF79-722C-0DFB-3534-BFD378125A62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26AA4802-F348-2EC6-C0BB-279A931A7173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D3CEA54C-B6DF-E2F4-22E5-E3C29D79D4C3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0603060-AA42-7D11-F293-E9FDE5AE0F8B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Овал 37">
                <a:extLst>
                  <a:ext uri="{FF2B5EF4-FFF2-40B4-BE49-F238E27FC236}">
                    <a16:creationId xmlns:a16="http://schemas.microsoft.com/office/drawing/2014/main" id="{2D70EB86-305B-275C-0234-EFA048EAA3F9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936F3F27-9F53-9801-20C6-68FBF330BB37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61B77275-16CC-6F02-0A74-4FF412471089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062390DA-F375-521C-806D-ED627547DC0D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8988F183-2E8A-82A6-01AD-C3390BC6E49F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AB527B1B-6062-A396-CB05-26B3B72E599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28299DE0-D70F-CB67-27BE-07B8BBDDABB1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28" name="Группа 127">
              <a:extLst>
                <a:ext uri="{FF2B5EF4-FFF2-40B4-BE49-F238E27FC236}">
                  <a16:creationId xmlns:a16="http://schemas.microsoft.com/office/drawing/2014/main" id="{EA8A0D31-208B-9853-AA18-C30BE11AF9EF}"/>
                </a:ext>
              </a:extLst>
            </p:cNvPr>
            <p:cNvGrpSpPr/>
            <p:nvPr userDrawn="1"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29" name="Овал 128">
                <a:extLst>
                  <a:ext uri="{FF2B5EF4-FFF2-40B4-BE49-F238E27FC236}">
                    <a16:creationId xmlns:a16="http://schemas.microsoft.com/office/drawing/2014/main" id="{DF6C5202-B6C7-CC91-7644-D13DA2524746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0" name="Овал 129">
                <a:extLst>
                  <a:ext uri="{FF2B5EF4-FFF2-40B4-BE49-F238E27FC236}">
                    <a16:creationId xmlns:a16="http://schemas.microsoft.com/office/drawing/2014/main" id="{E70F337A-206B-E56B-BA62-9CB65B98C196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1" name="Овал 130">
                <a:extLst>
                  <a:ext uri="{FF2B5EF4-FFF2-40B4-BE49-F238E27FC236}">
                    <a16:creationId xmlns:a16="http://schemas.microsoft.com/office/drawing/2014/main" id="{AF1C029B-EA18-6B15-C35E-1036CCEEBB2C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2" name="Овал 131">
                <a:extLst>
                  <a:ext uri="{FF2B5EF4-FFF2-40B4-BE49-F238E27FC236}">
                    <a16:creationId xmlns:a16="http://schemas.microsoft.com/office/drawing/2014/main" id="{62768765-F6B9-15D8-9642-D9D3F8548DA9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3" name="Овал 132">
                <a:extLst>
                  <a:ext uri="{FF2B5EF4-FFF2-40B4-BE49-F238E27FC236}">
                    <a16:creationId xmlns:a16="http://schemas.microsoft.com/office/drawing/2014/main" id="{BE81DC64-0E03-4388-7DD9-78F166A0DC06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4" name="Овал 133">
                <a:extLst>
                  <a:ext uri="{FF2B5EF4-FFF2-40B4-BE49-F238E27FC236}">
                    <a16:creationId xmlns:a16="http://schemas.microsoft.com/office/drawing/2014/main" id="{1A30A618-E1C5-B9DF-A375-DDC28C45CC70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5" name="Овал 134">
                <a:extLst>
                  <a:ext uri="{FF2B5EF4-FFF2-40B4-BE49-F238E27FC236}">
                    <a16:creationId xmlns:a16="http://schemas.microsoft.com/office/drawing/2014/main" id="{4795DD14-80A5-202B-CDDE-D7A5D221D76A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6" name="Овал 135">
                <a:extLst>
                  <a:ext uri="{FF2B5EF4-FFF2-40B4-BE49-F238E27FC236}">
                    <a16:creationId xmlns:a16="http://schemas.microsoft.com/office/drawing/2014/main" id="{3E07917D-5FBF-C2EC-288C-1E8CA3821614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7" name="Овал 136">
                <a:extLst>
                  <a:ext uri="{FF2B5EF4-FFF2-40B4-BE49-F238E27FC236}">
                    <a16:creationId xmlns:a16="http://schemas.microsoft.com/office/drawing/2014/main" id="{49775266-C9EC-8DE1-A4D7-6D286EF9E0B1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8" name="Овал 137">
                <a:extLst>
                  <a:ext uri="{FF2B5EF4-FFF2-40B4-BE49-F238E27FC236}">
                    <a16:creationId xmlns:a16="http://schemas.microsoft.com/office/drawing/2014/main" id="{42D19CAE-57BB-4854-1D92-36BE072865DE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9" name="Овал 138">
                <a:extLst>
                  <a:ext uri="{FF2B5EF4-FFF2-40B4-BE49-F238E27FC236}">
                    <a16:creationId xmlns:a16="http://schemas.microsoft.com/office/drawing/2014/main" id="{62BB8C15-D83F-7670-BD76-F53B23601D2F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0" name="Овал 139">
                <a:extLst>
                  <a:ext uri="{FF2B5EF4-FFF2-40B4-BE49-F238E27FC236}">
                    <a16:creationId xmlns:a16="http://schemas.microsoft.com/office/drawing/2014/main" id="{B9744941-A65D-06AF-4B5B-C1AE7235F57C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41" name="Группа 140">
              <a:extLst>
                <a:ext uri="{FF2B5EF4-FFF2-40B4-BE49-F238E27FC236}">
                  <a16:creationId xmlns:a16="http://schemas.microsoft.com/office/drawing/2014/main" id="{A649E183-0FF2-4E88-6014-142539524DC7}"/>
                </a:ext>
              </a:extLst>
            </p:cNvPr>
            <p:cNvGrpSpPr/>
            <p:nvPr userDrawn="1"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42" name="Овал 141">
                <a:extLst>
                  <a:ext uri="{FF2B5EF4-FFF2-40B4-BE49-F238E27FC236}">
                    <a16:creationId xmlns:a16="http://schemas.microsoft.com/office/drawing/2014/main" id="{6191C992-6ED6-581A-33B1-01A3636D04EC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3" name="Овал 142">
                <a:extLst>
                  <a:ext uri="{FF2B5EF4-FFF2-40B4-BE49-F238E27FC236}">
                    <a16:creationId xmlns:a16="http://schemas.microsoft.com/office/drawing/2014/main" id="{91C0EEC8-E50D-3CDE-60B1-B5B5FCD5F1FD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4" name="Овал 143">
                <a:extLst>
                  <a:ext uri="{FF2B5EF4-FFF2-40B4-BE49-F238E27FC236}">
                    <a16:creationId xmlns:a16="http://schemas.microsoft.com/office/drawing/2014/main" id="{A8876C72-3CEB-C31C-7EAC-9112AA39AE2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5" name="Овал 144">
                <a:extLst>
                  <a:ext uri="{FF2B5EF4-FFF2-40B4-BE49-F238E27FC236}">
                    <a16:creationId xmlns:a16="http://schemas.microsoft.com/office/drawing/2014/main" id="{0ED34D4C-C30D-2686-97AD-378F0A6A0ED6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6" name="Овал 145">
                <a:extLst>
                  <a:ext uri="{FF2B5EF4-FFF2-40B4-BE49-F238E27FC236}">
                    <a16:creationId xmlns:a16="http://schemas.microsoft.com/office/drawing/2014/main" id="{2659F737-A2AD-A3BF-2E7F-246ECB6904CF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7" name="Овал 146">
                <a:extLst>
                  <a:ext uri="{FF2B5EF4-FFF2-40B4-BE49-F238E27FC236}">
                    <a16:creationId xmlns:a16="http://schemas.microsoft.com/office/drawing/2014/main" id="{C27AB7A2-DAF9-5632-BF1C-98BD0ED7BCBB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8" name="Овал 147">
                <a:extLst>
                  <a:ext uri="{FF2B5EF4-FFF2-40B4-BE49-F238E27FC236}">
                    <a16:creationId xmlns:a16="http://schemas.microsoft.com/office/drawing/2014/main" id="{F6A856ED-B375-CC83-E5FE-21EBF5AA7BAD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9" name="Овал 148">
                <a:extLst>
                  <a:ext uri="{FF2B5EF4-FFF2-40B4-BE49-F238E27FC236}">
                    <a16:creationId xmlns:a16="http://schemas.microsoft.com/office/drawing/2014/main" id="{7F121378-FF11-27B5-EB2E-82A926AB22B1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0" name="Овал 149">
                <a:extLst>
                  <a:ext uri="{FF2B5EF4-FFF2-40B4-BE49-F238E27FC236}">
                    <a16:creationId xmlns:a16="http://schemas.microsoft.com/office/drawing/2014/main" id="{449830E8-1416-1B12-C8FA-F88F0C18C10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1" name="Овал 150">
                <a:extLst>
                  <a:ext uri="{FF2B5EF4-FFF2-40B4-BE49-F238E27FC236}">
                    <a16:creationId xmlns:a16="http://schemas.microsoft.com/office/drawing/2014/main" id="{5496E25D-0B89-0C18-0F12-CA04904CF87D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2" name="Овал 151">
                <a:extLst>
                  <a:ext uri="{FF2B5EF4-FFF2-40B4-BE49-F238E27FC236}">
                    <a16:creationId xmlns:a16="http://schemas.microsoft.com/office/drawing/2014/main" id="{CFFFC7D4-3465-4011-7BDF-C5575B4A3ADD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3" name="Овал 152">
                <a:extLst>
                  <a:ext uri="{FF2B5EF4-FFF2-40B4-BE49-F238E27FC236}">
                    <a16:creationId xmlns:a16="http://schemas.microsoft.com/office/drawing/2014/main" id="{7483F722-AED6-CECE-9C31-EE7F82E8FEED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54" name="Группа 153">
              <a:extLst>
                <a:ext uri="{FF2B5EF4-FFF2-40B4-BE49-F238E27FC236}">
                  <a16:creationId xmlns:a16="http://schemas.microsoft.com/office/drawing/2014/main" id="{43D81B9B-DBCC-0EC3-10E2-85ACE27D5D6E}"/>
                </a:ext>
              </a:extLst>
            </p:cNvPr>
            <p:cNvGrpSpPr/>
            <p:nvPr userDrawn="1"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55" name="Овал 154">
                <a:extLst>
                  <a:ext uri="{FF2B5EF4-FFF2-40B4-BE49-F238E27FC236}">
                    <a16:creationId xmlns:a16="http://schemas.microsoft.com/office/drawing/2014/main" id="{9BCC341E-7FC9-F2CB-FC9C-EB760B6DF402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7" name="Овал 156">
                <a:extLst>
                  <a:ext uri="{FF2B5EF4-FFF2-40B4-BE49-F238E27FC236}">
                    <a16:creationId xmlns:a16="http://schemas.microsoft.com/office/drawing/2014/main" id="{31339C42-4E4A-FB13-193F-06D66A787F7C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8" name="Овал 157">
                <a:extLst>
                  <a:ext uri="{FF2B5EF4-FFF2-40B4-BE49-F238E27FC236}">
                    <a16:creationId xmlns:a16="http://schemas.microsoft.com/office/drawing/2014/main" id="{B919E6AC-48D0-B9AA-0EC0-7E3573463877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9" name="Овал 158">
                <a:extLst>
                  <a:ext uri="{FF2B5EF4-FFF2-40B4-BE49-F238E27FC236}">
                    <a16:creationId xmlns:a16="http://schemas.microsoft.com/office/drawing/2014/main" id="{8979A6BD-8964-6AF7-C8A2-5E2739122EB5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0" name="Овал 159">
                <a:extLst>
                  <a:ext uri="{FF2B5EF4-FFF2-40B4-BE49-F238E27FC236}">
                    <a16:creationId xmlns:a16="http://schemas.microsoft.com/office/drawing/2014/main" id="{B42B1C1A-33AA-0AA5-5504-2CD983DBE9E6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1" name="Овал 160">
                <a:extLst>
                  <a:ext uri="{FF2B5EF4-FFF2-40B4-BE49-F238E27FC236}">
                    <a16:creationId xmlns:a16="http://schemas.microsoft.com/office/drawing/2014/main" id="{A3A388B0-8A41-8CB5-CD62-EA1EC38B9B62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2" name="Овал 161">
                <a:extLst>
                  <a:ext uri="{FF2B5EF4-FFF2-40B4-BE49-F238E27FC236}">
                    <a16:creationId xmlns:a16="http://schemas.microsoft.com/office/drawing/2014/main" id="{E0573775-4755-377B-89AD-B07C21E27F93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3" name="Овал 162">
                <a:extLst>
                  <a:ext uri="{FF2B5EF4-FFF2-40B4-BE49-F238E27FC236}">
                    <a16:creationId xmlns:a16="http://schemas.microsoft.com/office/drawing/2014/main" id="{620389AF-8996-E24E-C669-417B72D54D56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4" name="Овал 163">
                <a:extLst>
                  <a:ext uri="{FF2B5EF4-FFF2-40B4-BE49-F238E27FC236}">
                    <a16:creationId xmlns:a16="http://schemas.microsoft.com/office/drawing/2014/main" id="{DF965211-8D62-DAF4-AD30-FF911CD2E6E9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5" name="Овал 164">
                <a:extLst>
                  <a:ext uri="{FF2B5EF4-FFF2-40B4-BE49-F238E27FC236}">
                    <a16:creationId xmlns:a16="http://schemas.microsoft.com/office/drawing/2014/main" id="{47C5C140-6AC7-4267-C005-55DDDE5020C7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6" name="Овал 165">
                <a:extLst>
                  <a:ext uri="{FF2B5EF4-FFF2-40B4-BE49-F238E27FC236}">
                    <a16:creationId xmlns:a16="http://schemas.microsoft.com/office/drawing/2014/main" id="{B47E6D64-B7A2-E1BA-3856-36770A66972C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7" name="Овал 166">
                <a:extLst>
                  <a:ext uri="{FF2B5EF4-FFF2-40B4-BE49-F238E27FC236}">
                    <a16:creationId xmlns:a16="http://schemas.microsoft.com/office/drawing/2014/main" id="{C68E983A-A327-1733-4A0F-D1B346416557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68" name="Группа 167">
              <a:extLst>
                <a:ext uri="{FF2B5EF4-FFF2-40B4-BE49-F238E27FC236}">
                  <a16:creationId xmlns:a16="http://schemas.microsoft.com/office/drawing/2014/main" id="{6BF08605-6B40-032D-D876-2FC35B1C6EFF}"/>
                </a:ext>
              </a:extLst>
            </p:cNvPr>
            <p:cNvGrpSpPr/>
            <p:nvPr userDrawn="1"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  <a:grpFill/>
          </p:grpSpPr>
          <p:sp>
            <p:nvSpPr>
              <p:cNvPr id="169" name="Овал 168">
                <a:extLst>
                  <a:ext uri="{FF2B5EF4-FFF2-40B4-BE49-F238E27FC236}">
                    <a16:creationId xmlns:a16="http://schemas.microsoft.com/office/drawing/2014/main" id="{29FB61B4-6F35-DB33-F301-CCC9A3BA1D4A}"/>
                  </a:ext>
                </a:extLst>
              </p:cNvPr>
              <p:cNvSpPr/>
              <p:nvPr userDrawn="1"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0" name="Овал 169">
                <a:extLst>
                  <a:ext uri="{FF2B5EF4-FFF2-40B4-BE49-F238E27FC236}">
                    <a16:creationId xmlns:a16="http://schemas.microsoft.com/office/drawing/2014/main" id="{5261B2A0-2F94-9EF7-D3D6-08F00AB1FF75}"/>
                  </a:ext>
                </a:extLst>
              </p:cNvPr>
              <p:cNvSpPr/>
              <p:nvPr userDrawn="1"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1" name="Овал 170">
                <a:extLst>
                  <a:ext uri="{FF2B5EF4-FFF2-40B4-BE49-F238E27FC236}">
                    <a16:creationId xmlns:a16="http://schemas.microsoft.com/office/drawing/2014/main" id="{7E4E31D5-65D0-3366-74B9-72F715BC01C0}"/>
                  </a:ext>
                </a:extLst>
              </p:cNvPr>
              <p:cNvSpPr/>
              <p:nvPr userDrawn="1"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2" name="Овал 171">
                <a:extLst>
                  <a:ext uri="{FF2B5EF4-FFF2-40B4-BE49-F238E27FC236}">
                    <a16:creationId xmlns:a16="http://schemas.microsoft.com/office/drawing/2014/main" id="{92A44E3F-CFE2-7FAB-CCE2-B4C5A330B491}"/>
                  </a:ext>
                </a:extLst>
              </p:cNvPr>
              <p:cNvSpPr/>
              <p:nvPr userDrawn="1"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3" name="Овал 172">
                <a:extLst>
                  <a:ext uri="{FF2B5EF4-FFF2-40B4-BE49-F238E27FC236}">
                    <a16:creationId xmlns:a16="http://schemas.microsoft.com/office/drawing/2014/main" id="{052436BD-1294-F690-EDDD-FF8CD5F47DC3}"/>
                  </a:ext>
                </a:extLst>
              </p:cNvPr>
              <p:cNvSpPr/>
              <p:nvPr userDrawn="1"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4" name="Овал 173">
                <a:extLst>
                  <a:ext uri="{FF2B5EF4-FFF2-40B4-BE49-F238E27FC236}">
                    <a16:creationId xmlns:a16="http://schemas.microsoft.com/office/drawing/2014/main" id="{032827D9-5568-108B-6414-CF321B09E823}"/>
                  </a:ext>
                </a:extLst>
              </p:cNvPr>
              <p:cNvSpPr/>
              <p:nvPr userDrawn="1"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5" name="Овал 174">
                <a:extLst>
                  <a:ext uri="{FF2B5EF4-FFF2-40B4-BE49-F238E27FC236}">
                    <a16:creationId xmlns:a16="http://schemas.microsoft.com/office/drawing/2014/main" id="{4707B77D-7912-92EB-3477-DBEB542F07A1}"/>
                  </a:ext>
                </a:extLst>
              </p:cNvPr>
              <p:cNvSpPr/>
              <p:nvPr userDrawn="1"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6" name="Овал 175">
                <a:extLst>
                  <a:ext uri="{FF2B5EF4-FFF2-40B4-BE49-F238E27FC236}">
                    <a16:creationId xmlns:a16="http://schemas.microsoft.com/office/drawing/2014/main" id="{008ABBCF-B97A-33DF-D03D-CDB0CBBC3CC9}"/>
                  </a:ext>
                </a:extLst>
              </p:cNvPr>
              <p:cNvSpPr/>
              <p:nvPr userDrawn="1"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7" name="Овал 176">
                <a:extLst>
                  <a:ext uri="{FF2B5EF4-FFF2-40B4-BE49-F238E27FC236}">
                    <a16:creationId xmlns:a16="http://schemas.microsoft.com/office/drawing/2014/main" id="{3D9C1546-19E1-E379-B9A5-E0D9DE429B46}"/>
                  </a:ext>
                </a:extLst>
              </p:cNvPr>
              <p:cNvSpPr/>
              <p:nvPr userDrawn="1"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8" name="Овал 177">
                <a:extLst>
                  <a:ext uri="{FF2B5EF4-FFF2-40B4-BE49-F238E27FC236}">
                    <a16:creationId xmlns:a16="http://schemas.microsoft.com/office/drawing/2014/main" id="{860709F4-8040-FA75-9CBD-EAEFEB783391}"/>
                  </a:ext>
                </a:extLst>
              </p:cNvPr>
              <p:cNvSpPr/>
              <p:nvPr userDrawn="1"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9" name="Овал 178">
                <a:extLst>
                  <a:ext uri="{FF2B5EF4-FFF2-40B4-BE49-F238E27FC236}">
                    <a16:creationId xmlns:a16="http://schemas.microsoft.com/office/drawing/2014/main" id="{3113EBDF-C2DD-AB54-F319-488257E0AF91}"/>
                  </a:ext>
                </a:extLst>
              </p:cNvPr>
              <p:cNvSpPr/>
              <p:nvPr userDrawn="1"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0" name="Овал 179">
                <a:extLst>
                  <a:ext uri="{FF2B5EF4-FFF2-40B4-BE49-F238E27FC236}">
                    <a16:creationId xmlns:a16="http://schemas.microsoft.com/office/drawing/2014/main" id="{6DFA5CA6-AC4F-F1E5-0FB0-75E96F43C76F}"/>
                  </a:ext>
                </a:extLst>
              </p:cNvPr>
              <p:cNvSpPr/>
              <p:nvPr userDrawn="1"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800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4" r:id="rId2"/>
    <p:sldLayoutId id="2147483662" r:id="rId3"/>
    <p:sldLayoutId id="2147483665" r:id="rId4"/>
    <p:sldLayoutId id="2147483663" r:id="rId5"/>
    <p:sldLayoutId id="214748366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37C70-91F4-BF6D-1112-763A1E714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545"/>
            <a:ext cx="9130709" cy="513795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56EAC4-C678-AF8A-3B2B-E0AFE1BF0AC9}"/>
              </a:ext>
            </a:extLst>
          </p:cNvPr>
          <p:cNvSpPr/>
          <p:nvPr/>
        </p:nvSpPr>
        <p:spPr>
          <a:xfrm>
            <a:off x="-33980" y="-5545"/>
            <a:ext cx="9177980" cy="5143500"/>
          </a:xfrm>
          <a:prstGeom prst="rect">
            <a:avLst/>
          </a:prstGeom>
          <a:gradFill>
            <a:gsLst>
              <a:gs pos="866">
                <a:srgbClr val="0C056D">
                  <a:alpha val="82000"/>
                </a:srgbClr>
              </a:gs>
              <a:gs pos="28000">
                <a:srgbClr val="0C056D">
                  <a:alpha val="82000"/>
                </a:srgbClr>
              </a:gs>
              <a:gs pos="100000">
                <a:srgbClr val="590D82"/>
              </a:gs>
              <a:gs pos="70000">
                <a:srgbClr val="590D82">
                  <a:alpha val="68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94AF3E13-9D35-BFD0-46B5-58B111E92D17}"/>
              </a:ext>
            </a:extLst>
          </p:cNvPr>
          <p:cNvSpPr/>
          <p:nvPr/>
        </p:nvSpPr>
        <p:spPr>
          <a:xfrm>
            <a:off x="-14387333" y="-3608740"/>
            <a:ext cx="11285318" cy="335284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965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7EEAF-D5D9-FC6B-5319-BF6C7EC55159}"/>
              </a:ext>
            </a:extLst>
          </p:cNvPr>
          <p:cNvSpPr txBox="1"/>
          <p:nvPr/>
        </p:nvSpPr>
        <p:spPr>
          <a:xfrm>
            <a:off x="563879" y="3691805"/>
            <a:ext cx="4796986" cy="970001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err="1">
                <a:solidFill>
                  <a:schemeClr val="bg1"/>
                </a:solidFill>
              </a:rPr>
              <a:t>Гарайшина</a:t>
            </a:r>
            <a:r>
              <a:rPr lang="ru-RU" sz="1400" dirty="0">
                <a:solidFill>
                  <a:schemeClr val="bg1"/>
                </a:solidFill>
              </a:rPr>
              <a:t> Азалия </a:t>
            </a:r>
            <a:r>
              <a:rPr lang="ru-RU" sz="1400" dirty="0" err="1">
                <a:solidFill>
                  <a:schemeClr val="bg1"/>
                </a:solidFill>
              </a:rPr>
              <a:t>Ринатовна</a:t>
            </a:r>
            <a:endParaRPr lang="ru-RU" sz="1400" dirty="0">
              <a:solidFill>
                <a:schemeClr val="bg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err="1">
                <a:solidFill>
                  <a:schemeClr val="bg1"/>
                </a:solidFill>
              </a:rPr>
              <a:t>Гарайшина</a:t>
            </a:r>
            <a:r>
              <a:rPr lang="ru-RU" sz="1400" dirty="0">
                <a:solidFill>
                  <a:schemeClr val="bg1"/>
                </a:solidFill>
              </a:rPr>
              <a:t> </a:t>
            </a:r>
            <a:r>
              <a:rPr lang="ru-RU" sz="1400" dirty="0" err="1">
                <a:solidFill>
                  <a:schemeClr val="bg1"/>
                </a:solidFill>
              </a:rPr>
              <a:t>Аделия</a:t>
            </a:r>
            <a:r>
              <a:rPr lang="ru-RU" sz="1400" dirty="0">
                <a:solidFill>
                  <a:schemeClr val="bg1"/>
                </a:solidFill>
              </a:rPr>
              <a:t> </a:t>
            </a:r>
            <a:r>
              <a:rPr lang="ru-RU" sz="1400" dirty="0" err="1">
                <a:solidFill>
                  <a:schemeClr val="bg1"/>
                </a:solidFill>
              </a:rPr>
              <a:t>Ринатовна</a:t>
            </a:r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F684399-347D-D2C3-2191-BF1F5D48C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8936" y="233660"/>
            <a:ext cx="1067132" cy="71807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AC8DB41-D7A0-D2AE-952E-B519D5CCA0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5888" y="299481"/>
            <a:ext cx="743391" cy="62528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0F6F860-B84B-FBE1-B35D-B6FAF0CFDE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853" y="296524"/>
            <a:ext cx="2341886" cy="541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7D291F-C07F-E1CC-20E3-3334643AEECE}"/>
              </a:ext>
            </a:extLst>
          </p:cNvPr>
          <p:cNvSpPr txBox="1"/>
          <p:nvPr/>
        </p:nvSpPr>
        <p:spPr>
          <a:xfrm>
            <a:off x="402853" y="1142675"/>
            <a:ext cx="82664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>
                <a:solidFill>
                  <a:schemeClr val="bg1"/>
                </a:solidFill>
              </a:rPr>
              <a:t>ГенИИ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E02EFDD-3796-9B11-2920-4AF6298F2606}"/>
              </a:ext>
            </a:extLst>
          </p:cNvPr>
          <p:cNvSpPr/>
          <p:nvPr/>
        </p:nvSpPr>
        <p:spPr>
          <a:xfrm>
            <a:off x="-8052085" y="-2359063"/>
            <a:ext cx="8707477" cy="1255963"/>
          </a:xfrm>
          <a:prstGeom prst="ellipse">
            <a:avLst/>
          </a:prstGeom>
          <a:solidFill>
            <a:srgbClr val="B61AAE"/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035A0D-0E02-86EB-1264-BF52F7F4E0F9}"/>
              </a:ext>
            </a:extLst>
          </p:cNvPr>
          <p:cNvSpPr txBox="1"/>
          <p:nvPr/>
        </p:nvSpPr>
        <p:spPr>
          <a:xfrm>
            <a:off x="6313902" y="3625556"/>
            <a:ext cx="21851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bg1"/>
                </a:solidFill>
              </a:rPr>
              <a:t>Фадеева Лаура Витальевна,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bg1"/>
                </a:solidFill>
              </a:rPr>
              <a:t>педагог доп. образования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BE21E1F-9A3E-143F-8041-658057D39114}"/>
              </a:ext>
            </a:extLst>
          </p:cNvPr>
          <p:cNvGrpSpPr/>
          <p:nvPr/>
        </p:nvGrpSpPr>
        <p:grpSpPr>
          <a:xfrm>
            <a:off x="303478" y="2420275"/>
            <a:ext cx="5631957" cy="709522"/>
            <a:chOff x="579120" y="2415540"/>
            <a:chExt cx="5273040" cy="709522"/>
          </a:xfrm>
        </p:grpSpPr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F377CD16-1CAA-39BF-1D78-5CA59E7FEA67}"/>
                </a:ext>
              </a:extLst>
            </p:cNvPr>
            <p:cNvSpPr/>
            <p:nvPr/>
          </p:nvSpPr>
          <p:spPr>
            <a:xfrm>
              <a:off x="579120" y="2415540"/>
              <a:ext cx="5273040" cy="709522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392008AD-338D-2A39-D783-05EA9BF6695E}"/>
                </a:ext>
              </a:extLst>
            </p:cNvPr>
            <p:cNvSpPr/>
            <p:nvPr/>
          </p:nvSpPr>
          <p:spPr>
            <a:xfrm>
              <a:off x="740146" y="2571750"/>
              <a:ext cx="4959614" cy="415290"/>
            </a:xfrm>
            <a:prstGeom prst="roundRect">
              <a:avLst>
                <a:gd name="adj" fmla="val 50000"/>
              </a:avLst>
            </a:prstGeom>
            <a:solidFill>
              <a:srgbClr val="F25D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A7D79E1-DB5A-62D1-4E7E-48D8FB8B9713}"/>
              </a:ext>
            </a:extLst>
          </p:cNvPr>
          <p:cNvSpPr txBox="1"/>
          <p:nvPr/>
        </p:nvSpPr>
        <p:spPr>
          <a:xfrm>
            <a:off x="563879" y="2608441"/>
            <a:ext cx="5303520" cy="35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chemeClr val="bg1"/>
                </a:solidFill>
              </a:rPr>
              <a:t>Большие данные и искусственный интеллект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DC75C2-D877-270F-C33D-93CD9F1418FE}"/>
              </a:ext>
            </a:extLst>
          </p:cNvPr>
          <p:cNvSpPr txBox="1"/>
          <p:nvPr/>
        </p:nvSpPr>
        <p:spPr>
          <a:xfrm>
            <a:off x="563879" y="3407644"/>
            <a:ext cx="10265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F25D9C"/>
                </a:solidFill>
              </a:rPr>
              <a:t>Команда: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2D47FA-35F1-AEF2-EB4C-BF440AC63E88}"/>
              </a:ext>
            </a:extLst>
          </p:cNvPr>
          <p:cNvSpPr txBox="1"/>
          <p:nvPr/>
        </p:nvSpPr>
        <p:spPr>
          <a:xfrm>
            <a:off x="6313902" y="3407644"/>
            <a:ext cx="1393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F25D9C"/>
                </a:solidFill>
              </a:rPr>
              <a:t>Наставник: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37EDC2F-07CE-E7BC-6806-0357DD2747FE}"/>
              </a:ext>
            </a:extLst>
          </p:cNvPr>
          <p:cNvSpPr/>
          <p:nvPr/>
        </p:nvSpPr>
        <p:spPr>
          <a:xfrm>
            <a:off x="460191" y="3277311"/>
            <a:ext cx="5320714" cy="1464921"/>
          </a:xfrm>
          <a:prstGeom prst="roundRect">
            <a:avLst>
              <a:gd name="adj" fmla="val 16189"/>
            </a:avLst>
          </a:prstGeom>
          <a:noFill/>
          <a:ln w="6350"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251BFAA2-CC89-230C-90EA-E71512177F1A}"/>
              </a:ext>
            </a:extLst>
          </p:cNvPr>
          <p:cNvSpPr/>
          <p:nvPr/>
        </p:nvSpPr>
        <p:spPr>
          <a:xfrm>
            <a:off x="6123214" y="3277311"/>
            <a:ext cx="2536910" cy="1464921"/>
          </a:xfrm>
          <a:prstGeom prst="roundRect">
            <a:avLst>
              <a:gd name="adj" fmla="val 16189"/>
            </a:avLst>
          </a:prstGeom>
          <a:noFill/>
          <a:ln w="6350"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402336" y="868680"/>
            <a:ext cx="64008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Всероссийский хакатон по информационным технологиям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1755648"/>
            <a:ext cx="8046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Кейс «Цифровой агроном: прогноз урожайности с помощью ИИ»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В яблочко со сплошной заливкой">
            <a:extLst>
              <a:ext uri="{FF2B5EF4-FFF2-40B4-BE49-F238E27FC236}">
                <a16:creationId xmlns:a16="http://schemas.microsoft.com/office/drawing/2014/main" id="{8980FF83-AB43-B084-444F-C896FFB52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7933" y="-242361"/>
            <a:ext cx="1409298" cy="1409298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C024BC6-FA14-FED0-2880-9BC08186E5AF}"/>
              </a:ext>
            </a:extLst>
          </p:cNvPr>
          <p:cNvSpPr/>
          <p:nvPr/>
        </p:nvSpPr>
        <p:spPr>
          <a:xfrm>
            <a:off x="403920" y="1737360"/>
            <a:ext cx="1481328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CE6FF3F9-4D70-63EE-0660-A96E8D35172B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Цели и задачи</a:t>
            </a:r>
          </a:p>
        </p:txBody>
      </p:sp>
      <p:sp>
        <p:nvSpPr>
          <p:cNvPr id="11" name="Google Shape;140;p25">
            <a:extLst>
              <a:ext uri="{FF2B5EF4-FFF2-40B4-BE49-F238E27FC236}">
                <a16:creationId xmlns:a16="http://schemas.microsoft.com/office/drawing/2014/main" id="{1C9B2A7D-47C5-5046-3E43-A9159ED484B4}"/>
              </a:ext>
            </a:extLst>
          </p:cNvPr>
          <p:cNvSpPr/>
          <p:nvPr/>
        </p:nvSpPr>
        <p:spPr>
          <a:xfrm>
            <a:off x="1823054" y="2286000"/>
            <a:ext cx="357225" cy="52201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25D9C"/>
                </a:solidFill>
              </a:rPr>
              <a:t>1</a:t>
            </a:r>
          </a:p>
        </p:txBody>
      </p:sp>
      <p:sp>
        <p:nvSpPr>
          <p:cNvPr id="5" name="Google Shape;157;p26">
            <a:extLst>
              <a:ext uri="{FF2B5EF4-FFF2-40B4-BE49-F238E27FC236}">
                <a16:creationId xmlns:a16="http://schemas.microsoft.com/office/drawing/2014/main" id="{6585DE0D-9B7D-6DCD-BADA-DF9C2C0B71D4}"/>
              </a:ext>
            </a:extLst>
          </p:cNvPr>
          <p:cNvSpPr txBox="1"/>
          <p:nvPr/>
        </p:nvSpPr>
        <p:spPr>
          <a:xfrm>
            <a:off x="582532" y="1755648"/>
            <a:ext cx="128016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noAutofit/>
          </a:bodyPr>
          <a:lstStyle/>
          <a:p>
            <a:r>
              <a:rPr lang="ru-RU" sz="1800" b="1">
                <a:solidFill>
                  <a:schemeClr val="bg1"/>
                </a:solidFill>
              </a:rPr>
              <a:t>Цель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87EF78C-C436-8398-EA4C-DBF05F7EE7ED}"/>
              </a:ext>
            </a:extLst>
          </p:cNvPr>
          <p:cNvSpPr/>
          <p:nvPr/>
        </p:nvSpPr>
        <p:spPr>
          <a:xfrm>
            <a:off x="403920" y="2359152"/>
            <a:ext cx="1481328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Google Shape;157;p26">
            <a:extLst>
              <a:ext uri="{FF2B5EF4-FFF2-40B4-BE49-F238E27FC236}">
                <a16:creationId xmlns:a16="http://schemas.microsoft.com/office/drawing/2014/main" id="{B84514F9-E9FA-32F1-C816-E20D5DCD873B}"/>
              </a:ext>
            </a:extLst>
          </p:cNvPr>
          <p:cNvSpPr txBox="1"/>
          <p:nvPr/>
        </p:nvSpPr>
        <p:spPr>
          <a:xfrm>
            <a:off x="582532" y="2377440"/>
            <a:ext cx="128016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noAutofit/>
          </a:bodyPr>
          <a:lstStyle/>
          <a:p>
            <a:r>
              <a:rPr lang="ru-RU" sz="1800" b="1" dirty="0">
                <a:solidFill>
                  <a:schemeClr val="bg1"/>
                </a:solidFill>
              </a:rPr>
              <a:t>Задачи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7" name="Google Shape;140;p25">
            <a:extLst>
              <a:ext uri="{FF2B5EF4-FFF2-40B4-BE49-F238E27FC236}">
                <a16:creationId xmlns:a16="http://schemas.microsoft.com/office/drawing/2014/main" id="{0B6A4A9E-C3B8-7E3A-BCAB-236A698DC320}"/>
              </a:ext>
            </a:extLst>
          </p:cNvPr>
          <p:cNvSpPr/>
          <p:nvPr/>
        </p:nvSpPr>
        <p:spPr>
          <a:xfrm>
            <a:off x="1823054" y="2834640"/>
            <a:ext cx="357225" cy="463944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25D9C"/>
                </a:solidFill>
              </a:rPr>
              <a:t>2</a:t>
            </a:r>
          </a:p>
        </p:txBody>
      </p:sp>
      <p:sp>
        <p:nvSpPr>
          <p:cNvPr id="18" name="Google Shape;140;p25">
            <a:extLst>
              <a:ext uri="{FF2B5EF4-FFF2-40B4-BE49-F238E27FC236}">
                <a16:creationId xmlns:a16="http://schemas.microsoft.com/office/drawing/2014/main" id="{D8EC1031-D5E4-2FC9-CC80-F7ED4BBF917B}"/>
              </a:ext>
            </a:extLst>
          </p:cNvPr>
          <p:cNvSpPr/>
          <p:nvPr/>
        </p:nvSpPr>
        <p:spPr>
          <a:xfrm>
            <a:off x="1823054" y="3383279"/>
            <a:ext cx="357225" cy="43425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25D9C"/>
                </a:solidFill>
              </a:rPr>
              <a:t>3</a:t>
            </a:r>
          </a:p>
        </p:txBody>
      </p:sp>
      <p:sp>
        <p:nvSpPr>
          <p:cNvPr id="19" name="Google Shape;140;p25">
            <a:extLst>
              <a:ext uri="{FF2B5EF4-FFF2-40B4-BE49-F238E27FC236}">
                <a16:creationId xmlns:a16="http://schemas.microsoft.com/office/drawing/2014/main" id="{7221166D-0C30-DE89-EF38-2AA91EFC4D38}"/>
              </a:ext>
            </a:extLst>
          </p:cNvPr>
          <p:cNvSpPr/>
          <p:nvPr/>
        </p:nvSpPr>
        <p:spPr>
          <a:xfrm>
            <a:off x="1823054" y="3931920"/>
            <a:ext cx="357225" cy="43425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F25D9C"/>
                </a:solidFill>
              </a:rPr>
              <a:t>4</a:t>
            </a:r>
          </a:p>
        </p:txBody>
      </p:sp>
      <p:sp>
        <p:nvSpPr>
          <p:cNvPr id="1037" name="Прямоугольник: скругленные углы 3">
            <a:extLst>
              <a:ext uri="{FF2B5EF4-FFF2-40B4-BE49-F238E27FC236}">
                <a16:creationId xmlns:a16="http://schemas.microsoft.com/office/drawing/2014/main" id="{AC024BC6-FA14-FED0-2880-9BC08186E5AF}"/>
              </a:ext>
            </a:extLst>
          </p:cNvPr>
          <p:cNvSpPr/>
          <p:nvPr/>
        </p:nvSpPr>
        <p:spPr>
          <a:xfrm>
            <a:off x="403920" y="1115568"/>
            <a:ext cx="1481328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8" name="Google Shape;157;p26">
            <a:extLst>
              <a:ext uri="{FF2B5EF4-FFF2-40B4-BE49-F238E27FC236}">
                <a16:creationId xmlns:a16="http://schemas.microsoft.com/office/drawing/2014/main" id="{6585DE0D-9B7D-6DCD-BADA-DF9C2C0B71D4}"/>
              </a:ext>
            </a:extLst>
          </p:cNvPr>
          <p:cNvSpPr txBox="1"/>
          <p:nvPr/>
        </p:nvSpPr>
        <p:spPr>
          <a:xfrm>
            <a:off x="582532" y="1133856"/>
            <a:ext cx="128016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noAutofit/>
          </a:bodyPr>
          <a:lstStyle/>
          <a:p>
            <a:r>
              <a:rPr lang="ru-RU" sz="1800" b="1">
                <a:solidFill>
                  <a:schemeClr val="bg1"/>
                </a:solidFill>
              </a:rPr>
              <a:t>Проблема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2185416" y="1078992"/>
            <a:ext cx="649224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0C056D"/>
                </a:solidFill>
                <a:latin typeface="Arial"/>
              </a:rPr>
              <a:t>Урожай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зависит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погоды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региона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культуры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и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агротехнологий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— </a:t>
            </a:r>
            <a:r>
              <a:rPr sz="1400" b="1" i="0" dirty="0" err="1">
                <a:solidFill>
                  <a:srgbClr val="0C056D"/>
                </a:solidFill>
                <a:latin typeface="Arial"/>
              </a:rPr>
              <a:t>человеку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0C056D"/>
                </a:solidFill>
                <a:latin typeface="Arial"/>
              </a:rPr>
              <a:t>трудно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0C056D"/>
                </a:solidFill>
                <a:latin typeface="Arial"/>
              </a:rPr>
              <a:t>учесть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0C056D"/>
                </a:solidFill>
                <a:latin typeface="Arial"/>
              </a:rPr>
              <a:t>всё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0C056D"/>
                </a:solidFill>
                <a:latin typeface="Arial"/>
              </a:rPr>
              <a:t>сразу</a:t>
            </a:r>
            <a:endParaRPr sz="1400" b="1" i="0" dirty="0">
              <a:solidFill>
                <a:srgbClr val="0C056D"/>
              </a:solidFill>
              <a:latin typeface="Arial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2185416" y="1700784"/>
            <a:ext cx="649224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 err="1">
                <a:solidFill>
                  <a:srgbClr val="0C056D"/>
                </a:solidFill>
                <a:latin typeface="Arial"/>
              </a:rPr>
              <a:t>Построить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 в </a:t>
            </a:r>
            <a:r>
              <a:rPr sz="1400" b="1" i="0" dirty="0" err="1">
                <a:solidFill>
                  <a:srgbClr val="0C056D"/>
                </a:solidFill>
                <a:latin typeface="Arial"/>
              </a:rPr>
              <a:t>NNTrack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0C056D"/>
                </a:solidFill>
                <a:latin typeface="Arial"/>
              </a:rPr>
              <a:t>нейросеть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которая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прогнозирует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урожайность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по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региону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культуре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году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осадкам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пестицидам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и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температуре</a:t>
            </a:r>
            <a:endParaRPr sz="1400" b="0" i="0" dirty="0">
              <a:solidFill>
                <a:srgbClr val="0C056D"/>
              </a:solidFill>
              <a:latin typeface="Arial"/>
            </a:endParaRPr>
          </a:p>
        </p:txBody>
      </p:sp>
      <p:sp>
        <p:nvSpPr>
          <p:cNvPr id="1041" name="TextBox 1040"/>
          <p:cNvSpPr txBox="1"/>
          <p:nvPr/>
        </p:nvSpPr>
        <p:spPr>
          <a:xfrm>
            <a:off x="2185416" y="2340864"/>
            <a:ext cx="649224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C056D"/>
                </a:solidFill>
                <a:latin typeface="Arial"/>
              </a:rPr>
              <a:t>ИЗУЧИТЬ </a:t>
            </a:r>
            <a:r>
              <a:rPr sz="1400" b="0" i="0">
                <a:solidFill>
                  <a:srgbClr val="0C056D"/>
                </a:solidFill>
                <a:latin typeface="Arial"/>
              </a:rPr>
              <a:t>датасет: 6 признаков и целевую переменную, поставить задачу регрессии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2185416" y="2889504"/>
            <a:ext cx="649224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C056D"/>
                </a:solidFill>
                <a:latin typeface="Arial"/>
              </a:rPr>
              <a:t>ОБУЧИТЬ </a:t>
            </a:r>
            <a:r>
              <a:rPr sz="1400" b="0" i="0">
                <a:solidFill>
                  <a:srgbClr val="0C056D"/>
                </a:solidFill>
                <a:latin typeface="Arial"/>
              </a:rPr>
              <a:t>в NNTrack 4 архитектуры сети при одинаковых условиях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2185416" y="3438144"/>
            <a:ext cx="649224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C056D"/>
                </a:solidFill>
                <a:latin typeface="Arial"/>
              </a:rPr>
              <a:t>СРАВНИТЬ </a:t>
            </a:r>
            <a:r>
              <a:rPr sz="1400" b="0" i="0">
                <a:solidFill>
                  <a:srgbClr val="0C056D"/>
                </a:solidFill>
                <a:latin typeface="Arial"/>
              </a:rPr>
              <a:t>эксперименты по потерям и R² на проверочной выборке, выбрать лучшую модель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2185416" y="3986783"/>
            <a:ext cx="649224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0C056D"/>
                </a:solidFill>
                <a:latin typeface="Arial"/>
              </a:rPr>
              <a:t>ОЦЕНИТЬ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качество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новых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данных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разобрать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ошибки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экспортировать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модель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в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TorchScript</a:t>
            </a:r>
            <a:endParaRPr sz="1400" b="0" i="0" dirty="0">
              <a:solidFill>
                <a:srgbClr val="0C056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1CA5B8BB-43FC-6DC2-8AD5-A18D7262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594C744-264A-DB87-FB13-D208159BC44F}"/>
              </a:ext>
            </a:extLst>
          </p:cNvPr>
          <p:cNvSpPr/>
          <p:nvPr/>
        </p:nvSpPr>
        <p:spPr>
          <a:xfrm>
            <a:off x="292160" y="1126910"/>
            <a:ext cx="3395920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52A4A106-C43A-12B5-3B82-C10B5ED58FAD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Анализ аналогов</a:t>
            </a:r>
          </a:p>
        </p:txBody>
      </p:sp>
      <p:sp>
        <p:nvSpPr>
          <p:cNvPr id="5" name="Google Shape;157;p26">
            <a:extLst>
              <a:ext uri="{FF2B5EF4-FFF2-40B4-BE49-F238E27FC236}">
                <a16:creationId xmlns:a16="http://schemas.microsoft.com/office/drawing/2014/main" id="{BD80CFEB-03B2-96F3-4B9F-21B82D4FD09E}"/>
              </a:ext>
            </a:extLst>
          </p:cNvPr>
          <p:cNvSpPr txBox="1"/>
          <p:nvPr/>
        </p:nvSpPr>
        <p:spPr>
          <a:xfrm>
            <a:off x="470773" y="1143360"/>
            <a:ext cx="3075067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800" b="1" dirty="0">
                <a:solidFill>
                  <a:schemeClr val="bg1"/>
                </a:solidFill>
              </a:rPr>
              <a:t>Существующие решения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707CBF8-0F2B-32A5-0A06-A1EA0D64834A}"/>
              </a:ext>
            </a:extLst>
          </p:cNvPr>
          <p:cNvSpPr/>
          <p:nvPr/>
        </p:nvSpPr>
        <p:spPr>
          <a:xfrm>
            <a:off x="4653280" y="1126910"/>
            <a:ext cx="1920240" cy="388189"/>
          </a:xfrm>
          <a:prstGeom prst="roundRect">
            <a:avLst>
              <a:gd name="adj" fmla="val 50000"/>
            </a:avLst>
          </a:prstGeom>
          <a:noFill/>
          <a:ln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157;p26">
            <a:extLst>
              <a:ext uri="{FF2B5EF4-FFF2-40B4-BE49-F238E27FC236}">
                <a16:creationId xmlns:a16="http://schemas.microsoft.com/office/drawing/2014/main" id="{7B4C9278-B8F4-4DA3-DD90-3B73CDFFB317}"/>
              </a:ext>
            </a:extLst>
          </p:cNvPr>
          <p:cNvSpPr txBox="1"/>
          <p:nvPr/>
        </p:nvSpPr>
        <p:spPr>
          <a:xfrm>
            <a:off x="4831893" y="1143360"/>
            <a:ext cx="1660347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800" b="1">
                <a:solidFill>
                  <a:srgbClr val="F25D9C"/>
                </a:solidFill>
              </a:rPr>
              <a:t>Недостатки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45920"/>
          <a:ext cx="818388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Прогноз по средней урожайности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Не учитывает регион, культуру и погоду: ошибка MAE 6.3 т/га на наших данных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Линейная регрессия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Не улавливает нелинейные связи: R² = 0.07 (проверили в NNTrack)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Дерево решений, случайный лес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Запрещены условиями кейса: финальная модель должна быть нейросетью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Агромодели роста растений (WOFOST, DSSAT)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Нужны данные о почве, сортах и фазах развития — в датасете их нет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768" y="4069080"/>
            <a:ext cx="82296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 err="1">
                <a:solidFill>
                  <a:srgbClr val="0C056D"/>
                </a:solidFill>
                <a:latin typeface="Arial"/>
              </a:rPr>
              <a:t>Вывод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: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нужна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модель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которая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учит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нелинейные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зависимости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по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6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доступным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признакам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и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строится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в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NNTrack</a:t>
            </a:r>
            <a:endParaRPr sz="1400" b="0" i="0" dirty="0">
              <a:solidFill>
                <a:srgbClr val="0C056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711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0304F3-8339-109F-F001-7C601986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48FCAC8-4E60-57E0-1108-425C342086DB}"/>
              </a:ext>
            </a:extLst>
          </p:cNvPr>
          <p:cNvSpPr/>
          <p:nvPr/>
        </p:nvSpPr>
        <p:spPr>
          <a:xfrm>
            <a:off x="292160" y="1126910"/>
            <a:ext cx="1628080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567E442D-BFFB-16AB-06E0-8296660F80A7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Конкурентные преимущества</a:t>
            </a:r>
          </a:p>
        </p:txBody>
      </p:sp>
      <p:sp>
        <p:nvSpPr>
          <p:cNvPr id="5" name="Google Shape;157;p26">
            <a:extLst>
              <a:ext uri="{FF2B5EF4-FFF2-40B4-BE49-F238E27FC236}">
                <a16:creationId xmlns:a16="http://schemas.microsoft.com/office/drawing/2014/main" id="{86ECDD1B-8250-687E-9899-BA69C7B876EC}"/>
              </a:ext>
            </a:extLst>
          </p:cNvPr>
          <p:cNvSpPr txBox="1"/>
          <p:nvPr/>
        </p:nvSpPr>
        <p:spPr>
          <a:xfrm>
            <a:off x="470773" y="1143360"/>
            <a:ext cx="1358027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800" b="1" dirty="0">
                <a:solidFill>
                  <a:schemeClr val="bg1"/>
                </a:solidFill>
              </a:rPr>
              <a:t>Аналоги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335D55D-4630-8523-0268-8AD4ACC463C8}"/>
              </a:ext>
            </a:extLst>
          </p:cNvPr>
          <p:cNvSpPr/>
          <p:nvPr/>
        </p:nvSpPr>
        <p:spPr>
          <a:xfrm>
            <a:off x="3202853" y="1126910"/>
            <a:ext cx="5470374" cy="388189"/>
          </a:xfrm>
          <a:prstGeom prst="roundRect">
            <a:avLst>
              <a:gd name="adj" fmla="val 50000"/>
            </a:avLst>
          </a:prstGeom>
          <a:noFill/>
          <a:ln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157;p26">
            <a:extLst>
              <a:ext uri="{FF2B5EF4-FFF2-40B4-BE49-F238E27FC236}">
                <a16:creationId xmlns:a16="http://schemas.microsoft.com/office/drawing/2014/main" id="{EE431777-7E41-2C5A-F8A4-8E0CEE6ED805}"/>
              </a:ext>
            </a:extLst>
          </p:cNvPr>
          <p:cNvSpPr txBox="1"/>
          <p:nvPr/>
        </p:nvSpPr>
        <p:spPr>
          <a:xfrm>
            <a:off x="3381466" y="1143360"/>
            <a:ext cx="4737775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800" b="1">
                <a:solidFill>
                  <a:srgbClr val="F25D9C"/>
                </a:solidFill>
              </a:rPr>
              <a:t>Преимущества нашего решения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91640"/>
          <a:ext cx="818388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Прогноз средним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Ошибка в 12 раз меньше: MAE 0.51 т/га вместо 6.3 т/га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Линейная регрессия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Учитывает нелинейные связи: R² 0.985 вместо 0.07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Деревья решений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Соответствует условиям кейса: нейросеть построена и обучена в NNTrack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Агромодели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Достаточно 6 общедоступных признаков из таблицы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768" y="4023360"/>
            <a:ext cx="82296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 err="1">
                <a:solidFill>
                  <a:srgbClr val="0C056D"/>
                </a:solidFill>
                <a:latin typeface="Arial"/>
              </a:rPr>
              <a:t>Уникальная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0C056D"/>
                </a:solidFill>
                <a:latin typeface="Arial"/>
              </a:rPr>
              <a:t>ценность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: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модель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проверена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5 144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новых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строках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ошибки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разобраны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по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культурам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экспорт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TorchScript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работает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без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NNTrack</a:t>
            </a:r>
            <a:endParaRPr sz="1400" b="0" i="0" dirty="0">
              <a:solidFill>
                <a:srgbClr val="0C056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894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523A58-DF06-1E9D-F2E3-097621BC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16F3ED0-07AE-E8BE-2349-19ED25AFF27A}"/>
              </a:ext>
            </a:extLst>
          </p:cNvPr>
          <p:cNvSpPr/>
          <p:nvPr/>
        </p:nvSpPr>
        <p:spPr>
          <a:xfrm>
            <a:off x="2558093" y="1442272"/>
            <a:ext cx="5556762" cy="38818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F8486C43-4A56-5053-71D9-2BF73EF8965B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Этапы работы</a:t>
            </a:r>
          </a:p>
        </p:txBody>
      </p:sp>
      <p:sp>
        <p:nvSpPr>
          <p:cNvPr id="5" name="Google Shape;157;p26">
            <a:extLst>
              <a:ext uri="{FF2B5EF4-FFF2-40B4-BE49-F238E27FC236}">
                <a16:creationId xmlns:a16="http://schemas.microsoft.com/office/drawing/2014/main" id="{AA6428CD-26E4-6C9C-69EF-3AC11630EA25}"/>
              </a:ext>
            </a:extLst>
          </p:cNvPr>
          <p:cNvSpPr txBox="1"/>
          <p:nvPr/>
        </p:nvSpPr>
        <p:spPr>
          <a:xfrm>
            <a:off x="2736706" y="1458722"/>
            <a:ext cx="2910693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800" b="1" dirty="0">
                <a:solidFill>
                  <a:schemeClr val="bg1"/>
                </a:solidFill>
              </a:rPr>
              <a:t>Распределение задач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FB59FEF-D8FC-DB56-BA19-D500E8E7E120}"/>
              </a:ext>
            </a:extLst>
          </p:cNvPr>
          <p:cNvSpPr/>
          <p:nvPr/>
        </p:nvSpPr>
        <p:spPr>
          <a:xfrm>
            <a:off x="2558093" y="1979220"/>
            <a:ext cx="1190530" cy="346219"/>
          </a:xfrm>
          <a:prstGeom prst="roundRect">
            <a:avLst>
              <a:gd name="adj" fmla="val 50000"/>
            </a:avLst>
          </a:prstGeom>
          <a:noFill/>
          <a:ln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157;p26">
            <a:extLst>
              <a:ext uri="{FF2B5EF4-FFF2-40B4-BE49-F238E27FC236}">
                <a16:creationId xmlns:a16="http://schemas.microsoft.com/office/drawing/2014/main" id="{F4D06CCA-3372-6D40-3DE9-BBCA538413B2}"/>
              </a:ext>
            </a:extLst>
          </p:cNvPr>
          <p:cNvSpPr txBox="1"/>
          <p:nvPr/>
        </p:nvSpPr>
        <p:spPr>
          <a:xfrm>
            <a:off x="2736707" y="1995670"/>
            <a:ext cx="1190534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b="1" dirty="0">
                <a:solidFill>
                  <a:srgbClr val="F25D9C"/>
                </a:solidFill>
              </a:rPr>
              <a:t>Задача</a:t>
            </a:r>
            <a:endParaRPr lang="ru-RU" dirty="0">
              <a:solidFill>
                <a:srgbClr val="F25D9C"/>
              </a:solidFill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6B60DC1-E380-6F8B-364A-7963BCB6DC94}"/>
              </a:ext>
            </a:extLst>
          </p:cNvPr>
          <p:cNvCxnSpPr>
            <a:cxnSpLocks/>
          </p:cNvCxnSpPr>
          <p:nvPr/>
        </p:nvCxnSpPr>
        <p:spPr>
          <a:xfrm>
            <a:off x="336430" y="0"/>
            <a:ext cx="0" cy="5143500"/>
          </a:xfrm>
          <a:prstGeom prst="line">
            <a:avLst/>
          </a:prstGeom>
          <a:ln w="12700">
            <a:solidFill>
              <a:srgbClr val="B61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79;p27">
            <a:extLst>
              <a:ext uri="{FF2B5EF4-FFF2-40B4-BE49-F238E27FC236}">
                <a16:creationId xmlns:a16="http://schemas.microsoft.com/office/drawing/2014/main" id="{AD3EC39E-DB93-C24A-0E9D-40E64DC1C18E}"/>
              </a:ext>
            </a:extLst>
          </p:cNvPr>
          <p:cNvSpPr txBox="1"/>
          <p:nvPr/>
        </p:nvSpPr>
        <p:spPr>
          <a:xfrm>
            <a:off x="585809" y="1476196"/>
            <a:ext cx="1625257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>
                <a:solidFill>
                  <a:srgbClr val="0C056D"/>
                </a:solidFill>
              </a:rPr>
              <a:t>Данные и задача</a:t>
            </a:r>
          </a:p>
        </p:txBody>
      </p:sp>
      <p:sp>
        <p:nvSpPr>
          <p:cNvPr id="19" name="Google Shape;179;p27">
            <a:extLst>
              <a:ext uri="{FF2B5EF4-FFF2-40B4-BE49-F238E27FC236}">
                <a16:creationId xmlns:a16="http://schemas.microsoft.com/office/drawing/2014/main" id="{F2A6FF11-4D4F-7E6A-667D-DA1C04E0DED9}"/>
              </a:ext>
            </a:extLst>
          </p:cNvPr>
          <p:cNvSpPr txBox="1"/>
          <p:nvPr/>
        </p:nvSpPr>
        <p:spPr>
          <a:xfrm>
            <a:off x="599398" y="2238345"/>
            <a:ext cx="1592392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>
                <a:solidFill>
                  <a:srgbClr val="0C056D"/>
                </a:solidFill>
              </a:rPr>
              <a:t>Эксперименты</a:t>
            </a:r>
          </a:p>
        </p:txBody>
      </p:sp>
      <p:sp>
        <p:nvSpPr>
          <p:cNvPr id="20" name="Google Shape;179;p27">
            <a:extLst>
              <a:ext uri="{FF2B5EF4-FFF2-40B4-BE49-F238E27FC236}">
                <a16:creationId xmlns:a16="http://schemas.microsoft.com/office/drawing/2014/main" id="{FC1ADDD3-0A31-5886-45F6-7A4B040E025E}"/>
              </a:ext>
            </a:extLst>
          </p:cNvPr>
          <p:cNvSpPr txBox="1"/>
          <p:nvPr/>
        </p:nvSpPr>
        <p:spPr>
          <a:xfrm>
            <a:off x="577032" y="3117708"/>
            <a:ext cx="1697623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>
                <a:solidFill>
                  <a:srgbClr val="0C056D"/>
                </a:solidFill>
              </a:rPr>
              <a:t>Анализ и экспорт</a:t>
            </a:r>
          </a:p>
        </p:txBody>
      </p:sp>
      <p:sp>
        <p:nvSpPr>
          <p:cNvPr id="9" name="Google Shape;179;p27">
            <a:extLst>
              <a:ext uri="{FF2B5EF4-FFF2-40B4-BE49-F238E27FC236}">
                <a16:creationId xmlns:a16="http://schemas.microsoft.com/office/drawing/2014/main" id="{01D11B63-D3DB-BCC9-2589-CD7AA612B6BB}"/>
              </a:ext>
            </a:extLst>
          </p:cNvPr>
          <p:cNvSpPr txBox="1"/>
          <p:nvPr/>
        </p:nvSpPr>
        <p:spPr>
          <a:xfrm>
            <a:off x="605688" y="3944775"/>
            <a:ext cx="2148252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ru-RU" b="1">
                <a:solidFill>
                  <a:srgbClr val="0C056D"/>
                </a:solidFill>
              </a:rPr>
              <a:t>Презентация и сдача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C0A601-497B-85E1-281B-FC4CC4733EBB}"/>
              </a:ext>
            </a:extLst>
          </p:cNvPr>
          <p:cNvSpPr txBox="1"/>
          <p:nvPr/>
        </p:nvSpPr>
        <p:spPr>
          <a:xfrm>
            <a:off x="585809" y="1182144"/>
            <a:ext cx="1691276" cy="3755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lvl="0">
              <a:lnSpc>
                <a:spcPct val="150000"/>
              </a:lnSpc>
            </a:pPr>
            <a:r>
              <a:rPr lang="ru-RU" b="1">
                <a:solidFill>
                  <a:srgbClr val="F25D9C"/>
                </a:solidFill>
              </a:rPr>
              <a:t>5–6 окт.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AB3805-30B6-C18A-5CCC-A7DB60E5627E}"/>
              </a:ext>
            </a:extLst>
          </p:cNvPr>
          <p:cNvSpPr txBox="1"/>
          <p:nvPr/>
        </p:nvSpPr>
        <p:spPr>
          <a:xfrm>
            <a:off x="599398" y="1944293"/>
            <a:ext cx="1834147" cy="3755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lvl="0">
              <a:lnSpc>
                <a:spcPct val="150000"/>
              </a:lnSpc>
            </a:pPr>
            <a:r>
              <a:rPr lang="ru-RU" b="1">
                <a:solidFill>
                  <a:srgbClr val="F25D9C"/>
                </a:solidFill>
              </a:rPr>
              <a:t>7 окт.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87E3E5-EE58-AE11-A229-1A22FE236879}"/>
              </a:ext>
            </a:extLst>
          </p:cNvPr>
          <p:cNvSpPr txBox="1"/>
          <p:nvPr/>
        </p:nvSpPr>
        <p:spPr>
          <a:xfrm>
            <a:off x="577032" y="2823656"/>
            <a:ext cx="1994030" cy="3755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lvl="0">
              <a:lnSpc>
                <a:spcPct val="150000"/>
              </a:lnSpc>
            </a:pPr>
            <a:r>
              <a:rPr lang="ru-RU" b="1">
                <a:solidFill>
                  <a:srgbClr val="F25D9C"/>
                </a:solidFill>
              </a:rPr>
              <a:t>9 окт.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2F4DE5-83FF-E011-6A41-9E42A6B241A4}"/>
              </a:ext>
            </a:extLst>
          </p:cNvPr>
          <p:cNvSpPr txBox="1"/>
          <p:nvPr/>
        </p:nvSpPr>
        <p:spPr>
          <a:xfrm>
            <a:off x="605688" y="3650723"/>
            <a:ext cx="1994030" cy="3755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lvl="0">
              <a:lnSpc>
                <a:spcPct val="150000"/>
              </a:lnSpc>
            </a:pPr>
            <a:r>
              <a:rPr lang="ru-RU" b="1">
                <a:solidFill>
                  <a:srgbClr val="F25D9C"/>
                </a:solidFill>
              </a:rPr>
              <a:t>10–11 окт.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174498E-2E67-D0E1-F5B4-32C491F934CE}"/>
              </a:ext>
            </a:extLst>
          </p:cNvPr>
          <p:cNvGrpSpPr/>
          <p:nvPr/>
        </p:nvGrpSpPr>
        <p:grpSpPr>
          <a:xfrm>
            <a:off x="159340" y="1165410"/>
            <a:ext cx="374934" cy="374934"/>
            <a:chOff x="702815" y="3022267"/>
            <a:chExt cx="134948" cy="134948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ED1750BF-7362-A732-41C7-56E0F0D12B45}"/>
                </a:ext>
              </a:extLst>
            </p:cNvPr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1860162B-D25E-129F-0C2C-2A7EEF383EB3}"/>
                </a:ext>
              </a:extLst>
            </p:cNvPr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619BA20A-A030-D6FD-6DD6-8BC1C1F929C0}"/>
              </a:ext>
            </a:extLst>
          </p:cNvPr>
          <p:cNvSpPr/>
          <p:nvPr/>
        </p:nvSpPr>
        <p:spPr>
          <a:xfrm>
            <a:off x="5172372" y="1979220"/>
            <a:ext cx="1805594" cy="346219"/>
          </a:xfrm>
          <a:prstGeom prst="roundRect">
            <a:avLst>
              <a:gd name="adj" fmla="val 50000"/>
            </a:avLst>
          </a:prstGeom>
          <a:noFill/>
          <a:ln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Google Shape;157;p26">
            <a:extLst>
              <a:ext uri="{FF2B5EF4-FFF2-40B4-BE49-F238E27FC236}">
                <a16:creationId xmlns:a16="http://schemas.microsoft.com/office/drawing/2014/main" id="{14F409B4-95DD-8A27-5CC8-F8B4F07D9937}"/>
              </a:ext>
            </a:extLst>
          </p:cNvPr>
          <p:cNvSpPr txBox="1"/>
          <p:nvPr/>
        </p:nvSpPr>
        <p:spPr>
          <a:xfrm>
            <a:off x="5300639" y="1995670"/>
            <a:ext cx="222186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b="1" dirty="0">
                <a:solidFill>
                  <a:srgbClr val="F25D9C"/>
                </a:solidFill>
              </a:rPr>
              <a:t>Ответственный</a:t>
            </a:r>
            <a:endParaRPr lang="ru-RU" dirty="0">
              <a:solidFill>
                <a:srgbClr val="F25D9C"/>
              </a:solidFill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11D364F9-7AD2-7400-DB5C-EA70F12FA606}"/>
              </a:ext>
            </a:extLst>
          </p:cNvPr>
          <p:cNvSpPr/>
          <p:nvPr/>
        </p:nvSpPr>
        <p:spPr>
          <a:xfrm>
            <a:off x="7045273" y="1979220"/>
            <a:ext cx="1069582" cy="346219"/>
          </a:xfrm>
          <a:prstGeom prst="roundRect">
            <a:avLst>
              <a:gd name="adj" fmla="val 50000"/>
            </a:avLst>
          </a:prstGeom>
          <a:noFill/>
          <a:ln>
            <a:solidFill>
              <a:srgbClr val="F25D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Google Shape;157;p26">
            <a:extLst>
              <a:ext uri="{FF2B5EF4-FFF2-40B4-BE49-F238E27FC236}">
                <a16:creationId xmlns:a16="http://schemas.microsoft.com/office/drawing/2014/main" id="{8A513E38-7B3E-F38A-0676-F5A81A103C67}"/>
              </a:ext>
            </a:extLst>
          </p:cNvPr>
          <p:cNvSpPr txBox="1"/>
          <p:nvPr/>
        </p:nvSpPr>
        <p:spPr>
          <a:xfrm>
            <a:off x="7223887" y="1995670"/>
            <a:ext cx="89096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b="1" dirty="0">
                <a:solidFill>
                  <a:srgbClr val="F25D9C"/>
                </a:solidFill>
              </a:rPr>
              <a:t>Срок</a:t>
            </a:r>
            <a:endParaRPr lang="ru-RU" dirty="0">
              <a:solidFill>
                <a:srgbClr val="F25D9C"/>
              </a:solidFill>
            </a:endParaRPr>
          </a:p>
        </p:txBody>
      </p:sp>
      <p:graphicFrame>
        <p:nvGraphicFramePr>
          <p:cNvPr id="41" name="Таблица 40">
            <a:extLst>
              <a:ext uri="{FF2B5EF4-FFF2-40B4-BE49-F238E27FC236}">
                <a16:creationId xmlns:a16="http://schemas.microsoft.com/office/drawing/2014/main" id="{68654492-4DCF-E4D1-96EC-EAA8EEC98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445437"/>
              </p:ext>
            </p:extLst>
          </p:nvPr>
        </p:nvGraphicFramePr>
        <p:xfrm>
          <a:off x="2691992" y="2472912"/>
          <a:ext cx="6164383" cy="17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259">
                  <a:extLst>
                    <a:ext uri="{9D8B030D-6E8A-4147-A177-3AD203B41FA5}">
                      <a16:colId xmlns:a16="http://schemas.microsoft.com/office/drawing/2014/main" val="1512389853"/>
                    </a:ext>
                  </a:extLst>
                </a:gridCol>
                <a:gridCol w="1860331">
                  <a:extLst>
                    <a:ext uri="{9D8B030D-6E8A-4147-A177-3AD203B41FA5}">
                      <a16:colId xmlns:a16="http://schemas.microsoft.com/office/drawing/2014/main" val="581540446"/>
                    </a:ext>
                  </a:extLst>
                </a:gridCol>
                <a:gridCol w="1694793">
                  <a:extLst>
                    <a:ext uri="{9D8B030D-6E8A-4147-A177-3AD203B41FA5}">
                      <a16:colId xmlns:a16="http://schemas.microsoft.com/office/drawing/2014/main" val="3823458719"/>
                    </a:ext>
                  </a:extLst>
                </a:gridCol>
              </a:tblGrid>
              <a:tr h="34946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Анализ ТЗ и данных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Гарайшина Азалия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5–6 окт.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51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ru-RU" sz="1400" b="0" dirty="0">
                          <a:solidFill>
                            <a:srgbClr val="0C056D"/>
                          </a:solidFill>
                        </a:rPr>
                        <a:t>Обучение 4 моделей в </a:t>
                      </a:r>
                      <a:r>
                        <a:rPr lang="ru-RU" sz="1400" b="0" dirty="0" err="1">
                          <a:solidFill>
                            <a:srgbClr val="0C056D"/>
                          </a:solidFill>
                        </a:rPr>
                        <a:t>NNTrack</a:t>
                      </a:r>
                      <a:endParaRPr lang="ru-RU" sz="1400" b="0" dirty="0">
                        <a:solidFill>
                          <a:srgbClr val="0C056D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Гарайшина Азалия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7 окт.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90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ru-RU" sz="1400" b="0" dirty="0">
                          <a:solidFill>
                            <a:srgbClr val="0C056D"/>
                          </a:solidFill>
                        </a:rPr>
                        <a:t>Экспорт и анализ ошибок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Гарайшина Аделия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9 окт.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596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Презентация, репозиторий, видео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>
                          <a:solidFill>
                            <a:srgbClr val="0C056D"/>
                          </a:solidFill>
                        </a:rPr>
                        <a:t>Гарайшина Аделия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C056D"/>
                          </a:solidFill>
                        </a:rPr>
                        <a:t>10–11 окт.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197911"/>
                  </a:ext>
                </a:extLst>
              </a:tr>
            </a:tbl>
          </a:graphicData>
        </a:graphic>
      </p:graphicFrame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822084D-75B5-CEB3-9C78-380A6BF5FD23}"/>
              </a:ext>
            </a:extLst>
          </p:cNvPr>
          <p:cNvGrpSpPr/>
          <p:nvPr/>
        </p:nvGrpSpPr>
        <p:grpSpPr>
          <a:xfrm>
            <a:off x="159340" y="1985560"/>
            <a:ext cx="374934" cy="374934"/>
            <a:chOff x="702815" y="3022267"/>
            <a:chExt cx="134948" cy="134948"/>
          </a:xfrm>
        </p:grpSpPr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8310F6F9-F8FD-AE70-E128-823A0E6F71E4}"/>
                </a:ext>
              </a:extLst>
            </p:cNvPr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3899693F-197D-790D-8864-2C5E61EEEC07}"/>
                </a:ext>
              </a:extLst>
            </p:cNvPr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C930A59E-2643-17D3-5183-ED31904C820B}"/>
              </a:ext>
            </a:extLst>
          </p:cNvPr>
          <p:cNvGrpSpPr/>
          <p:nvPr/>
        </p:nvGrpSpPr>
        <p:grpSpPr>
          <a:xfrm>
            <a:off x="159340" y="2815377"/>
            <a:ext cx="374934" cy="374934"/>
            <a:chOff x="702815" y="3022267"/>
            <a:chExt cx="134948" cy="134948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77CB6098-83CF-6694-2CDD-B438C9EB2CE1}"/>
                </a:ext>
              </a:extLst>
            </p:cNvPr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6C24F265-31A4-DAF0-407A-8EE5CE12AB21}"/>
                </a:ext>
              </a:extLst>
            </p:cNvPr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4A60833A-40D1-5BA0-3AF1-E570B4811D03}"/>
              </a:ext>
            </a:extLst>
          </p:cNvPr>
          <p:cNvGrpSpPr/>
          <p:nvPr/>
        </p:nvGrpSpPr>
        <p:grpSpPr>
          <a:xfrm>
            <a:off x="159340" y="3648350"/>
            <a:ext cx="374934" cy="374934"/>
            <a:chOff x="702815" y="3022267"/>
            <a:chExt cx="134948" cy="134948"/>
          </a:xfrm>
        </p:grpSpPr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F43549FC-CA55-B6C0-B027-57B592D4D393}"/>
                </a:ext>
              </a:extLst>
            </p:cNvPr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CD10328C-D05B-FA3C-CEB9-076103EDA3C0}"/>
                </a:ext>
              </a:extLst>
            </p:cNvPr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48640" y="4434840"/>
            <a:ext cx="82296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 err="1">
                <a:solidFill>
                  <a:srgbClr val="0C056D"/>
                </a:solidFill>
                <a:latin typeface="Arial"/>
              </a:rPr>
              <a:t>Инструменты</a:t>
            </a:r>
            <a:r>
              <a:rPr sz="1400" b="1" i="0" dirty="0">
                <a:solidFill>
                  <a:srgbClr val="0C056D"/>
                </a:solidFill>
                <a:latin typeface="Arial"/>
              </a:rPr>
              <a:t>: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NNTrack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2.3.1</a:t>
            </a:r>
            <a:r>
              <a:rPr lang="en-US" sz="1400" b="0" i="0" dirty="0">
                <a:solidFill>
                  <a:srgbClr val="0C056D"/>
                </a:solidFill>
                <a:latin typeface="Arial"/>
              </a:rPr>
              <a:t>,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Python: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PyTorch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NumPy</a:t>
            </a:r>
            <a:r>
              <a:rPr lang="en-US" sz="1400" b="0" i="0" dirty="0">
                <a:solidFill>
                  <a:srgbClr val="0C056D"/>
                </a:solidFill>
                <a:latin typeface="Arial"/>
              </a:rPr>
              <a:t>,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PowerPoint</a:t>
            </a:r>
            <a:r>
              <a:rPr lang="en-US" sz="1400" b="0" i="0" dirty="0">
                <a:solidFill>
                  <a:srgbClr val="0C056D"/>
                </a:solidFill>
                <a:latin typeface="Arial"/>
              </a:rPr>
              <a:t>,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GitHub</a:t>
            </a:r>
            <a:r>
              <a:rPr lang="en-US" sz="1400" b="0" i="0" dirty="0">
                <a:solidFill>
                  <a:srgbClr val="0C056D"/>
                </a:solidFill>
                <a:latin typeface="Arial"/>
              </a:rPr>
              <a:t>,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ИИ-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ассистент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Claude</a:t>
            </a:r>
          </a:p>
        </p:txBody>
      </p:sp>
    </p:spTree>
    <p:extLst>
      <p:ext uri="{BB962C8B-B14F-4D97-AF65-F5344CB8AC3E}">
        <p14:creationId xmlns:p14="http://schemas.microsoft.com/office/powerpoint/2010/main" val="966081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E7BD2BF4-E7F2-0200-0467-AC8BFDFE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B46D7A77-366E-B9BE-0097-AE81B6DBB713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Прототип: схемы и графики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" y="1051560"/>
            <a:ext cx="4050791" cy="14813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9768" y="2551176"/>
            <a:ext cx="4050791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590D82"/>
                </a:solidFill>
                <a:latin typeface="Arial"/>
              </a:rPr>
              <a:t>1.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Сеть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на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доске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NNTrack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 (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фрагмент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эксп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.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1728" y="1051560"/>
            <a:ext cx="4050791" cy="14813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1728" y="2551176"/>
            <a:ext cx="4050791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590D82"/>
                </a:solidFill>
                <a:latin typeface="Arial"/>
              </a:rPr>
              <a:t>2.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Обучение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финальной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модели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: </a:t>
            </a:r>
            <a:r>
              <a:rPr sz="1400" b="0" i="0" dirty="0" err="1">
                <a:solidFill>
                  <a:srgbClr val="590D82"/>
                </a:solidFill>
                <a:latin typeface="Arial"/>
              </a:rPr>
              <a:t>потери</a:t>
            </a:r>
            <a:r>
              <a:rPr sz="1400" b="0" i="0" dirty="0">
                <a:solidFill>
                  <a:srgbClr val="590D82"/>
                </a:solidFill>
                <a:latin typeface="Arial"/>
              </a:rPr>
              <a:t> и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2926080"/>
            <a:ext cx="4050791" cy="14813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4425696"/>
            <a:ext cx="4050791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90D82"/>
                </a:solidFill>
                <a:latin typeface="Arial"/>
              </a:rPr>
              <a:t>3. R² на проверке по экспериментам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8" y="2926080"/>
            <a:ext cx="4050791" cy="14813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4425696"/>
            <a:ext cx="4050791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90D82"/>
                </a:solidFill>
                <a:latin typeface="Arial"/>
              </a:rPr>
              <a:t>4. Прогноз против факта на проверке, т/га</a:t>
            </a:r>
          </a:p>
        </p:txBody>
      </p:sp>
      <p:pic>
        <p:nvPicPr>
          <p:cNvPr id="12" name="Picture 11" descr="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3" y="1229868"/>
            <a:ext cx="3886200" cy="1123720"/>
          </a:xfrm>
          <a:prstGeom prst="rect">
            <a:avLst/>
          </a:prstGeom>
        </p:spPr>
      </p:pic>
      <p:pic>
        <p:nvPicPr>
          <p:cNvPr id="13" name="Picture 12" descr="exp3_graph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129284"/>
            <a:ext cx="3886200" cy="1323052"/>
          </a:xfrm>
          <a:prstGeom prst="rect">
            <a:avLst/>
          </a:prstGeom>
        </p:spPr>
      </p:pic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02920" y="2962656"/>
          <a:ext cx="3904487" cy="1408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754880" y="2962656"/>
          <a:ext cx="3904487" cy="1408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82218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92F3CA03-300C-1AE9-A9FE-4A21F139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F23B8DF9-14B2-70D9-7029-9D0D39A42461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Команда и роли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" y="128016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800" b="1">
                <a:solidFill>
                  <a:srgbClr val="0C056D"/>
                </a:solidFill>
                <a:latin typeface="Arial"/>
              </a:rPr>
              <a:t>Гарайшина</a:t>
            </a:r>
          </a:p>
          <a:p>
            <a:pPr algn="l"/>
            <a:r>
              <a:rPr sz="1600" b="1">
                <a:solidFill>
                  <a:srgbClr val="0C056D"/>
                </a:solidFill>
                <a:latin typeface="Arial"/>
              </a:rPr>
              <a:t>Азалия Ринатовна</a:t>
            </a:r>
          </a:p>
          <a:p>
            <a:pPr algn="l"/>
            <a:endParaRPr sz="1600" b="1">
              <a:solidFill>
                <a:srgbClr val="0C056D"/>
              </a:solidFill>
              <a:latin typeface="Arial"/>
            </a:endParaRPr>
          </a:p>
          <a:p>
            <a:pPr algn="l"/>
            <a:r>
              <a:rPr sz="1400" b="1">
                <a:solidFill>
                  <a:srgbClr val="B61AAE"/>
                </a:solidFill>
                <a:latin typeface="Arial"/>
              </a:rPr>
              <a:t>Аналитик данных, ML-инженер</a:t>
            </a:r>
          </a:p>
          <a:p>
            <a:pPr algn="l"/>
            <a:endParaRPr sz="1400" b="1">
              <a:solidFill>
                <a:srgbClr val="B61AAE"/>
              </a:solidFill>
              <a:latin typeface="Arial"/>
            </a:endParaRPr>
          </a:p>
          <a:p>
            <a:pPr algn="l"/>
            <a:r>
              <a:rPr sz="1400" b="0">
                <a:solidFill>
                  <a:srgbClr val="0C056D"/>
                </a:solidFill>
                <a:latin typeface="Arial"/>
              </a:rPr>
              <a:t>Изучение датасета и ТЗ, постановка задачи, обучение 4 моделей в NNTrack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64408" y="128016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800" b="1">
                <a:solidFill>
                  <a:srgbClr val="0C056D"/>
                </a:solidFill>
                <a:latin typeface="Arial"/>
              </a:rPr>
              <a:t>Гарайшина</a:t>
            </a:r>
          </a:p>
          <a:p>
            <a:pPr algn="l"/>
            <a:r>
              <a:rPr sz="1600" b="1">
                <a:solidFill>
                  <a:srgbClr val="0C056D"/>
                </a:solidFill>
                <a:latin typeface="Arial"/>
              </a:rPr>
              <a:t>Аделия Ринатовна</a:t>
            </a:r>
          </a:p>
          <a:p>
            <a:pPr algn="l"/>
            <a:endParaRPr sz="1600" b="1">
              <a:solidFill>
                <a:srgbClr val="0C056D"/>
              </a:solidFill>
              <a:latin typeface="Arial"/>
            </a:endParaRPr>
          </a:p>
          <a:p>
            <a:pPr algn="l"/>
            <a:r>
              <a:rPr sz="1400" b="1">
                <a:solidFill>
                  <a:srgbClr val="B61AAE"/>
                </a:solidFill>
                <a:latin typeface="Arial"/>
              </a:rPr>
              <a:t>Исследователь, презентация</a:t>
            </a:r>
          </a:p>
          <a:p>
            <a:pPr algn="l"/>
            <a:endParaRPr sz="1400" b="1">
              <a:solidFill>
                <a:srgbClr val="B61AAE"/>
              </a:solidFill>
              <a:latin typeface="Arial"/>
            </a:endParaRPr>
          </a:p>
          <a:p>
            <a:pPr algn="l"/>
            <a:r>
              <a:rPr sz="1400" b="0">
                <a:solidFill>
                  <a:srgbClr val="0C056D"/>
                </a:solidFill>
                <a:latin typeface="Arial"/>
              </a:rPr>
              <a:t>Экспорт и проверка модели, анализ ошибок, презентация и защита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9048" y="128016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F25D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1800" b="1">
                <a:solidFill>
                  <a:srgbClr val="0C056D"/>
                </a:solidFill>
                <a:latin typeface="Arial"/>
              </a:rPr>
              <a:t>Фадеева</a:t>
            </a:r>
          </a:p>
          <a:p>
            <a:pPr algn="l"/>
            <a:r>
              <a:rPr sz="1600" b="1">
                <a:solidFill>
                  <a:srgbClr val="0C056D"/>
                </a:solidFill>
                <a:latin typeface="Arial"/>
              </a:rPr>
              <a:t>Лаура Витальевна</a:t>
            </a:r>
          </a:p>
          <a:p>
            <a:pPr algn="l"/>
            <a:endParaRPr sz="1600" b="1">
              <a:solidFill>
                <a:srgbClr val="0C056D"/>
              </a:solidFill>
              <a:latin typeface="Arial"/>
            </a:endParaRPr>
          </a:p>
          <a:p>
            <a:pPr algn="l"/>
            <a:r>
              <a:rPr sz="1400" b="1">
                <a:solidFill>
                  <a:srgbClr val="B61AAE"/>
                </a:solidFill>
                <a:latin typeface="Arial"/>
              </a:rPr>
              <a:t>Наставник</a:t>
            </a:r>
          </a:p>
          <a:p>
            <a:pPr algn="l"/>
            <a:endParaRPr sz="1400" b="1">
              <a:solidFill>
                <a:srgbClr val="B61AAE"/>
              </a:solidFill>
              <a:latin typeface="Arial"/>
            </a:endParaRPr>
          </a:p>
          <a:p>
            <a:pPr algn="l"/>
            <a:r>
              <a:rPr sz="1400" b="0">
                <a:solidFill>
                  <a:srgbClr val="0C056D"/>
                </a:solidFill>
                <a:latin typeface="Arial"/>
              </a:rPr>
              <a:t>Педагог дополнительного образования; консультации и организация работы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6F90D0C-2803-7F67-6627-5EFE572CEE89}"/>
              </a:ext>
            </a:extLst>
          </p:cNvPr>
          <p:cNvSpPr/>
          <p:nvPr/>
        </p:nvSpPr>
        <p:spPr>
          <a:xfrm>
            <a:off x="7653527" y="1115568"/>
            <a:ext cx="983957" cy="2961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Google Shape;157;p26">
            <a:extLst>
              <a:ext uri="{FF2B5EF4-FFF2-40B4-BE49-F238E27FC236}">
                <a16:creationId xmlns:a16="http://schemas.microsoft.com/office/drawing/2014/main" id="{85B2DC6F-CE0B-34FC-83C1-F4E50BDAAF05}"/>
              </a:ext>
            </a:extLst>
          </p:cNvPr>
          <p:cNvSpPr txBox="1"/>
          <p:nvPr/>
        </p:nvSpPr>
        <p:spPr>
          <a:xfrm>
            <a:off x="7690104" y="1133856"/>
            <a:ext cx="983957" cy="2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200" b="1" dirty="0">
                <a:solidFill>
                  <a:schemeClr val="bg1"/>
                </a:solidFill>
              </a:rPr>
              <a:t>наставник</a:t>
            </a:r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89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DFB85EBC-1D62-892F-9A8B-CB780C6E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A8FD3158-DF09-B0F6-EC14-1C955A5F5638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FFFFFF"/>
                </a:solidFill>
              </a:rPr>
              <a:t>Данные: 25 723 наблюдения</a:t>
            </a:r>
          </a:p>
        </p:txBody>
      </p:sp>
      <p:sp>
        <p:nvSpPr>
          <p:cNvPr id="2" name="Google Shape;361;p33">
            <a:extLst>
              <a:ext uri="{FF2B5EF4-FFF2-40B4-BE49-F238E27FC236}">
                <a16:creationId xmlns:a16="http://schemas.microsoft.com/office/drawing/2014/main" id="{27B56D5A-B62A-5A00-D85A-F0E944D747F6}"/>
              </a:ext>
            </a:extLst>
          </p:cNvPr>
          <p:cNvSpPr/>
          <p:nvPr/>
        </p:nvSpPr>
        <p:spPr>
          <a:xfrm>
            <a:off x="5740999" y="1135148"/>
            <a:ext cx="3062180" cy="3140788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ru-RU" sz="1400" b="1" dirty="0">
                <a:solidFill>
                  <a:srgbClr val="0C056D"/>
                </a:solidFill>
              </a:rPr>
              <a:t>ВХОД: 6 ПРИЗНАКОВ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Регион и культура (коды)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Год (21 год наблюдений)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Осадки, пестициды, температура</a:t>
            </a:r>
          </a:p>
          <a:p>
            <a:pPr>
              <a:spcAft>
                <a:spcPts val="600"/>
              </a:spcAft>
            </a:pPr>
            <a:r>
              <a:rPr lang="ru-RU" sz="1400" b="1" dirty="0">
                <a:solidFill>
                  <a:srgbClr val="0C056D"/>
                </a:solidFill>
              </a:rPr>
              <a:t>ЦЕЛЬ: урожайность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 err="1">
                <a:solidFill>
                  <a:srgbClr val="0C056D"/>
                </a:solidFill>
              </a:rPr>
              <a:t>hg</a:t>
            </a:r>
            <a:r>
              <a:rPr lang="ru-RU" sz="1400" dirty="0">
                <a:solidFill>
                  <a:srgbClr val="0C056D"/>
                </a:solidFill>
              </a:rPr>
              <a:t>/</a:t>
            </a:r>
            <a:r>
              <a:rPr lang="ru-RU" sz="1400" dirty="0" err="1">
                <a:solidFill>
                  <a:srgbClr val="0C056D"/>
                </a:solidFill>
              </a:rPr>
              <a:t>ha_yield</a:t>
            </a:r>
            <a:r>
              <a:rPr lang="ru-RU" sz="1400" dirty="0">
                <a:solidFill>
                  <a:srgbClr val="0C056D"/>
                </a:solidFill>
              </a:rPr>
              <a:t>: 1.0 = 10 т/га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Пропусков нет, значения 0–1, структуру файла не меняли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68549"/>
              </p:ext>
            </p:extLst>
          </p:nvPr>
        </p:nvGraphicFramePr>
        <p:xfrm>
          <a:off x="320040" y="1280160"/>
          <a:ext cx="5120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960120"/>
            <a:ext cx="49377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5D9C"/>
                </a:solidFill>
                <a:latin typeface="Arial"/>
              </a:rPr>
              <a:t>Средняя урожайность по культурам, т/га</a:t>
            </a:r>
          </a:p>
        </p:txBody>
      </p:sp>
    </p:spTree>
    <p:extLst>
      <p:ext uri="{BB962C8B-B14F-4D97-AF65-F5344CB8AC3E}">
        <p14:creationId xmlns:p14="http://schemas.microsoft.com/office/powerpoint/2010/main" val="150436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A7B788B8-2A7D-D0A3-8DDD-0BE81DCCB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1;p33">
            <a:extLst>
              <a:ext uri="{FF2B5EF4-FFF2-40B4-BE49-F238E27FC236}">
                <a16:creationId xmlns:a16="http://schemas.microsoft.com/office/drawing/2014/main" id="{C8DBC4F7-F503-FFD4-0570-60A193D1A6AE}"/>
              </a:ext>
            </a:extLst>
          </p:cNvPr>
          <p:cNvSpPr/>
          <p:nvPr/>
        </p:nvSpPr>
        <p:spPr>
          <a:xfrm>
            <a:off x="409482" y="2827982"/>
            <a:ext cx="4914358" cy="674448"/>
          </a:xfrm>
          <a:prstGeom prst="roundRect">
            <a:avLst>
              <a:gd name="adj" fmla="val 3348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ru-RU" sz="1400" b="1">
                <a:solidFill>
                  <a:srgbClr val="B61AAE"/>
                </a:solidFill>
              </a:rPr>
              <a:t>Разбиение NNTrack (seed 123): 80% / 20%</a:t>
            </a:r>
          </a:p>
        </p:txBody>
      </p:sp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EE47A8FF-1F44-1FFE-8B5D-432B2FDBFC95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Постановка задачи</a:t>
            </a:r>
          </a:p>
        </p:txBody>
      </p:sp>
      <p:sp>
        <p:nvSpPr>
          <p:cNvPr id="4" name="Google Shape;361;p33">
            <a:extLst>
              <a:ext uri="{FF2B5EF4-FFF2-40B4-BE49-F238E27FC236}">
                <a16:creationId xmlns:a16="http://schemas.microsoft.com/office/drawing/2014/main" id="{F3E5D734-3E16-B651-FA94-41F21CDB0738}"/>
              </a:ext>
            </a:extLst>
          </p:cNvPr>
          <p:cNvSpPr/>
          <p:nvPr/>
        </p:nvSpPr>
        <p:spPr>
          <a:xfrm>
            <a:off x="409483" y="1134032"/>
            <a:ext cx="2110197" cy="1518709"/>
          </a:xfrm>
          <a:prstGeom prst="roundRect">
            <a:avLst>
              <a:gd name="adj" fmla="val 15024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1400" b="1" dirty="0">
                <a:solidFill>
                  <a:srgbClr val="B61AAE"/>
                </a:solidFill>
              </a:rPr>
              <a:t>CSV-файл</a:t>
            </a:r>
          </a:p>
          <a:p>
            <a:pPr>
              <a:spcAft>
                <a:spcPts val="600"/>
              </a:spcAft>
            </a:pPr>
            <a:endParaRPr lang="ru-RU" sz="1400" b="0" dirty="0">
              <a:solidFill>
                <a:srgbClr val="B61AAE"/>
              </a:solidFill>
            </a:endParaRPr>
          </a:p>
        </p:txBody>
      </p:sp>
      <p:sp>
        <p:nvSpPr>
          <p:cNvPr id="10" name="Google Shape;361;p33">
            <a:extLst>
              <a:ext uri="{FF2B5EF4-FFF2-40B4-BE49-F238E27FC236}">
                <a16:creationId xmlns:a16="http://schemas.microsoft.com/office/drawing/2014/main" id="{AEFF6C1F-D63E-75D9-DD79-417C08B1FCC6}"/>
              </a:ext>
            </a:extLst>
          </p:cNvPr>
          <p:cNvSpPr/>
          <p:nvPr/>
        </p:nvSpPr>
        <p:spPr>
          <a:xfrm>
            <a:off x="3213643" y="1134033"/>
            <a:ext cx="2110197" cy="674448"/>
          </a:xfrm>
          <a:prstGeom prst="roundRect">
            <a:avLst>
              <a:gd name="adj" fmla="val 3348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1400" b="1">
                <a:solidFill>
                  <a:srgbClr val="B61AAE"/>
                </a:solidFill>
              </a:rPr>
              <a:t>Вход X: 6 признаков</a:t>
            </a: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8C4D636F-D2F6-0FC2-9BAA-2DF55D2F21F5}"/>
              </a:ext>
            </a:extLst>
          </p:cNvPr>
          <p:cNvSpPr/>
          <p:nvPr/>
        </p:nvSpPr>
        <p:spPr>
          <a:xfrm>
            <a:off x="2639511" y="1295400"/>
            <a:ext cx="488499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ru-RU" b="1">
              <a:solidFill>
                <a:srgbClr val="B61AAE"/>
              </a:solidFill>
            </a:endParaRPr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1A8D9629-B9AB-F173-95B5-1ED61ABD5D62}"/>
              </a:ext>
            </a:extLst>
          </p:cNvPr>
          <p:cNvSpPr/>
          <p:nvPr/>
        </p:nvSpPr>
        <p:spPr>
          <a:xfrm rot="5400000">
            <a:off x="1468699" y="3535922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ru-RU" b="1">
              <a:solidFill>
                <a:srgbClr val="B61AAE"/>
              </a:solidFill>
            </a:endParaRPr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C2D6D64C-2596-1C02-EF0A-C26BB4382005}"/>
              </a:ext>
            </a:extLst>
          </p:cNvPr>
          <p:cNvSpPr/>
          <p:nvPr/>
        </p:nvSpPr>
        <p:spPr>
          <a:xfrm rot="5400000">
            <a:off x="3667044" y="3535923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ru-RU" b="1">
              <a:solidFill>
                <a:srgbClr val="B61AAE"/>
              </a:solidFill>
            </a:endParaRPr>
          </a:p>
        </p:txBody>
      </p:sp>
      <p:sp>
        <p:nvSpPr>
          <p:cNvPr id="15" name="Google Shape;361;p33">
            <a:extLst>
              <a:ext uri="{FF2B5EF4-FFF2-40B4-BE49-F238E27FC236}">
                <a16:creationId xmlns:a16="http://schemas.microsoft.com/office/drawing/2014/main" id="{FE576956-F5E1-0AB0-30C3-C50B4C2AE719}"/>
              </a:ext>
            </a:extLst>
          </p:cNvPr>
          <p:cNvSpPr/>
          <p:nvPr/>
        </p:nvSpPr>
        <p:spPr>
          <a:xfrm>
            <a:off x="409483" y="3915085"/>
            <a:ext cx="2110197" cy="674448"/>
          </a:xfrm>
          <a:prstGeom prst="roundRect">
            <a:avLst>
              <a:gd name="adj" fmla="val 3348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ru-RU" sz="1400" b="1">
                <a:solidFill>
                  <a:srgbClr val="B61AAE"/>
                </a:solidFill>
              </a:rPr>
              <a:t>Обучение</a:t>
            </a:r>
          </a:p>
          <a:p>
            <a:pPr algn="ctr">
              <a:spcAft>
                <a:spcPts val="600"/>
              </a:spcAft>
            </a:pPr>
            <a:r>
              <a:rPr lang="ru-RU" sz="1400" b="0">
                <a:solidFill>
                  <a:srgbClr val="B61AAE"/>
                </a:solidFill>
              </a:rPr>
              <a:t>20 579 строк</a:t>
            </a:r>
          </a:p>
        </p:txBody>
      </p:sp>
      <p:sp>
        <p:nvSpPr>
          <p:cNvPr id="16" name="Google Shape;361;p33">
            <a:extLst>
              <a:ext uri="{FF2B5EF4-FFF2-40B4-BE49-F238E27FC236}">
                <a16:creationId xmlns:a16="http://schemas.microsoft.com/office/drawing/2014/main" id="{969FCF17-3351-FAE4-3915-DB284B3B6CB9}"/>
              </a:ext>
            </a:extLst>
          </p:cNvPr>
          <p:cNvSpPr/>
          <p:nvPr/>
        </p:nvSpPr>
        <p:spPr>
          <a:xfrm>
            <a:off x="3213643" y="3915085"/>
            <a:ext cx="2110197" cy="674448"/>
          </a:xfrm>
          <a:prstGeom prst="roundRect">
            <a:avLst>
              <a:gd name="adj" fmla="val 3348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ru-RU" sz="1400" b="1">
                <a:solidFill>
                  <a:srgbClr val="B61AAE"/>
                </a:solidFill>
              </a:rPr>
              <a:t>Проверка</a:t>
            </a:r>
          </a:p>
          <a:p>
            <a:pPr algn="ctr">
              <a:spcAft>
                <a:spcPts val="600"/>
              </a:spcAft>
            </a:pPr>
            <a:r>
              <a:rPr lang="ru-RU" sz="1400" b="0">
                <a:solidFill>
                  <a:srgbClr val="B61AAE"/>
                </a:solidFill>
              </a:rPr>
              <a:t>5 144 строки</a:t>
            </a:r>
          </a:p>
        </p:txBody>
      </p:sp>
      <p:sp>
        <p:nvSpPr>
          <p:cNvPr id="17" name="Google Shape;361;p33">
            <a:extLst>
              <a:ext uri="{FF2B5EF4-FFF2-40B4-BE49-F238E27FC236}">
                <a16:creationId xmlns:a16="http://schemas.microsoft.com/office/drawing/2014/main" id="{112F62CB-D7DA-FD46-7E88-229B947741DE}"/>
              </a:ext>
            </a:extLst>
          </p:cNvPr>
          <p:cNvSpPr/>
          <p:nvPr/>
        </p:nvSpPr>
        <p:spPr>
          <a:xfrm>
            <a:off x="3213643" y="1978294"/>
            <a:ext cx="2110197" cy="674448"/>
          </a:xfrm>
          <a:prstGeom prst="roundRect">
            <a:avLst>
              <a:gd name="adj" fmla="val 3348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1400" b="1">
                <a:solidFill>
                  <a:srgbClr val="B61AAE"/>
                </a:solidFill>
              </a:rPr>
              <a:t>Выход y: урожайность</a:t>
            </a:r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45F5AD0C-C814-F99F-08BD-00E677910660}"/>
              </a:ext>
            </a:extLst>
          </p:cNvPr>
          <p:cNvSpPr/>
          <p:nvPr/>
        </p:nvSpPr>
        <p:spPr>
          <a:xfrm>
            <a:off x="2639511" y="2139661"/>
            <a:ext cx="488499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ru-RU" b="1">
              <a:solidFill>
                <a:srgbClr val="B61AAE"/>
              </a:solidFill>
            </a:endParaRPr>
          </a:p>
        </p:txBody>
      </p:sp>
      <p:sp>
        <p:nvSpPr>
          <p:cNvPr id="19" name="Google Shape;361;p33">
            <a:extLst>
              <a:ext uri="{FF2B5EF4-FFF2-40B4-BE49-F238E27FC236}">
                <a16:creationId xmlns:a16="http://schemas.microsoft.com/office/drawing/2014/main" id="{C3F89D4E-FBCE-5FEE-1C12-11076C992449}"/>
              </a:ext>
            </a:extLst>
          </p:cNvPr>
          <p:cNvSpPr/>
          <p:nvPr/>
        </p:nvSpPr>
        <p:spPr>
          <a:xfrm>
            <a:off x="6017803" y="1134033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5D9C"/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ru-RU" sz="1400" b="1">
                <a:solidFill>
                  <a:schemeClr val="bg1"/>
                </a:solidFill>
              </a:rPr>
              <a:t>Регрессия: ŷ = f(X)</a:t>
            </a:r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2CAF6CB2-E589-C2A5-7484-80404F8D72B6}"/>
              </a:ext>
            </a:extLst>
          </p:cNvPr>
          <p:cNvSpPr/>
          <p:nvPr/>
        </p:nvSpPr>
        <p:spPr>
          <a:xfrm rot="5400000">
            <a:off x="6909927" y="1850860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ru-RU" b="1">
              <a:solidFill>
                <a:srgbClr val="B61AAE"/>
              </a:solidFill>
            </a:endParaRPr>
          </a:p>
        </p:txBody>
      </p:sp>
      <p:sp>
        <p:nvSpPr>
          <p:cNvPr id="21" name="Google Shape;361;p33">
            <a:extLst>
              <a:ext uri="{FF2B5EF4-FFF2-40B4-BE49-F238E27FC236}">
                <a16:creationId xmlns:a16="http://schemas.microsoft.com/office/drawing/2014/main" id="{7D225626-9BDD-12DF-7346-803BFD2F3632}"/>
              </a:ext>
            </a:extLst>
          </p:cNvPr>
          <p:cNvSpPr/>
          <p:nvPr/>
        </p:nvSpPr>
        <p:spPr>
          <a:xfrm>
            <a:off x="6017803" y="2234526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F25D9C"/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ru-RU" sz="1400" b="1">
                <a:solidFill>
                  <a:schemeClr val="bg1"/>
                </a:solidFill>
              </a:rPr>
              <a:t>Потери: MSE</a:t>
            </a:r>
          </a:p>
        </p:txBody>
      </p: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AE5BF49D-CB6D-3060-7D49-621B1C578427}"/>
              </a:ext>
            </a:extLst>
          </p:cNvPr>
          <p:cNvSpPr/>
          <p:nvPr/>
        </p:nvSpPr>
        <p:spPr>
          <a:xfrm rot="5400000">
            <a:off x="6909927" y="2951353"/>
            <a:ext cx="325946" cy="345671"/>
          </a:xfrm>
          <a:prstGeom prst="rightArrow">
            <a:avLst>
              <a:gd name="adj1" fmla="val 15625"/>
              <a:gd name="adj2" fmla="val 50000"/>
            </a:avLst>
          </a:prstGeom>
          <a:solidFill>
            <a:srgbClr val="B61AAE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ru-RU" b="1">
              <a:solidFill>
                <a:srgbClr val="B61AAE"/>
              </a:solidFill>
            </a:endParaRPr>
          </a:p>
        </p:txBody>
      </p:sp>
      <p:sp>
        <p:nvSpPr>
          <p:cNvPr id="23" name="Google Shape;361;p33">
            <a:extLst>
              <a:ext uri="{FF2B5EF4-FFF2-40B4-BE49-F238E27FC236}">
                <a16:creationId xmlns:a16="http://schemas.microsoft.com/office/drawing/2014/main" id="{0C7FB923-E6B3-4344-E5A5-11BFC104890B}"/>
              </a:ext>
            </a:extLst>
          </p:cNvPr>
          <p:cNvSpPr/>
          <p:nvPr/>
        </p:nvSpPr>
        <p:spPr>
          <a:xfrm>
            <a:off x="6017803" y="3335019"/>
            <a:ext cx="2110197" cy="674448"/>
          </a:xfrm>
          <a:prstGeom prst="roundRect">
            <a:avLst>
              <a:gd name="adj" fmla="val 33488"/>
            </a:avLst>
          </a:prstGeom>
          <a:solidFill>
            <a:srgbClr val="B61AAE"/>
          </a:soli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ru-RU" sz="1400" b="1">
                <a:solidFill>
                  <a:schemeClr val="bg1"/>
                </a:solidFill>
              </a:rPr>
              <a:t>Метрики: R², MAE, RMSE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096512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EEF0FB"/>
                </a:solidFill>
                <a:latin typeface="Arial"/>
              </a:rPr>
              <a:t>Предсказываем число, а не класс. Целевой столбец во вход не попадает.</a:t>
            </a:r>
          </a:p>
        </p:txBody>
      </p:sp>
    </p:spTree>
    <p:extLst>
      <p:ext uri="{BB962C8B-B14F-4D97-AF65-F5344CB8AC3E}">
        <p14:creationId xmlns:p14="http://schemas.microsoft.com/office/powerpoint/2010/main" val="108829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25">
            <a:extLst>
              <a:ext uri="{FF2B5EF4-FFF2-40B4-BE49-F238E27FC236}">
                <a16:creationId xmlns:a16="http://schemas.microsoft.com/office/drawing/2014/main" id="{CE6FF3F9-4D70-63EE-0660-A96E8D35172B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Архитектуры моделей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78992"/>
            <a:ext cx="16002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C056D"/>
                </a:solidFill>
                <a:latin typeface="Arial"/>
              </a:rPr>
              <a:t>Эксп. 0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C056D"/>
                </a:solidFill>
                <a:latin typeface="Arial"/>
              </a:rPr>
              <a:t>7 параметров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109728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Вход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6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62072" y="126187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36391" y="109728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Выход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01952"/>
            <a:ext cx="16002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C056D"/>
                </a:solidFill>
                <a:latin typeface="Arial"/>
              </a:rPr>
              <a:t>Эксп. 1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C056D"/>
                </a:solidFill>
                <a:latin typeface="Arial"/>
              </a:rPr>
              <a:t>2 561 параметр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92024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Вход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6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62072" y="208483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36391" y="192024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64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32503" y="208483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248716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92024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32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02936" y="208483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56632" y="248716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7256" y="192024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Выход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24912"/>
            <a:ext cx="1600200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C056D"/>
                </a:solidFill>
                <a:latin typeface="Arial"/>
              </a:rPr>
              <a:t>Эксп. 2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C056D"/>
                </a:solidFill>
                <a:latin typeface="Arial"/>
              </a:rPr>
              <a:t>100 609 параметров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274320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Вход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6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862072" y="290779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136391" y="274320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256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32503" y="290779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331012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6824" y="274320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256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02936" y="290779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56632" y="331012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77256" y="274320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128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373368" y="290779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27064" y="331012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7688" y="274320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Выход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547872"/>
            <a:ext cx="1600200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C056D"/>
                </a:solidFill>
                <a:latin typeface="Arial"/>
              </a:rPr>
              <a:t>Эксп. 3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C056D"/>
                </a:solidFill>
                <a:latin typeface="Arial"/>
              </a:rPr>
              <a:t>430 593 параметра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" y="356616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Вход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6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862072" y="373075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136391" y="356616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5D9C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512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032503" y="373075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86200" y="413308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06824" y="356616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5D9C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512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202936" y="373075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56632" y="413308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77256" y="356616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5D9C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256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373368" y="373075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27064" y="413308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47688" y="356616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5D9C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Linear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128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543800" y="3730752"/>
            <a:ext cx="219456" cy="237744"/>
          </a:xfrm>
          <a:prstGeom prst="rightArrow">
            <a:avLst/>
          </a:prstGeom>
          <a:solidFill>
            <a:srgbClr val="B61A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97496" y="4133088"/>
            <a:ext cx="566928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C056D"/>
                </a:solidFill>
                <a:latin typeface="Arial"/>
              </a:rPr>
              <a:t>ReLU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3566160"/>
            <a:ext cx="841248" cy="566928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 w="9525">
            <a:solidFill>
              <a:srgbClr val="B61A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Выход</a:t>
            </a:r>
          </a:p>
          <a:p>
            <a:pPr algn="ctr"/>
            <a:r>
              <a:rPr sz="1400" b="1">
                <a:solidFill>
                  <a:srgbClr val="B61AAE"/>
                </a:solidFill>
                <a:latin typeface="Arial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434840"/>
            <a:ext cx="832104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0C056D"/>
                </a:solidFill>
                <a:latin typeface="Arial"/>
              </a:rPr>
              <a:t>Скрытые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слои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— Linear (Dense) с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ReLU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;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выход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— Linear(1)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без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активации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как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требует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регрессия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в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NNTrack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.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Меняли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только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ширину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и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глубину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сети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90FFABD4-A0EB-E639-47E4-C0755582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5AA98DC1-7CDE-AB61-9740-F46EED4713A3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FFFFFF"/>
                </a:solidFill>
              </a:rPr>
              <a:t>Параметры обучения</a:t>
            </a:r>
          </a:p>
        </p:txBody>
      </p:sp>
      <p:sp>
        <p:nvSpPr>
          <p:cNvPr id="2" name="Google Shape;361;p33">
            <a:extLst>
              <a:ext uri="{FF2B5EF4-FFF2-40B4-BE49-F238E27FC236}">
                <a16:creationId xmlns:a16="http://schemas.microsoft.com/office/drawing/2014/main" id="{796CB94F-5E5C-FF73-11D2-67525A175096}"/>
              </a:ext>
            </a:extLst>
          </p:cNvPr>
          <p:cNvSpPr/>
          <p:nvPr/>
        </p:nvSpPr>
        <p:spPr>
          <a:xfrm>
            <a:off x="409482" y="1255952"/>
            <a:ext cx="4975318" cy="3140788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rgbClr val="F25D9C"/>
                </a:solidFill>
              </a:rPr>
              <a:t>ОДИНАКОВЫЕ ВО ВСЕХ ЭКСПЕРИМЕНТАХ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600" dirty="0">
                <a:solidFill>
                  <a:srgbClr val="0C056D"/>
                </a:solidFill>
              </a:rPr>
              <a:t>Оптимизатор Adam, скорость обучения 0.001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600" dirty="0">
                <a:solidFill>
                  <a:srgbClr val="0C056D"/>
                </a:solidFill>
              </a:rPr>
              <a:t>Размер пакета 128, до 300 эпох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600" dirty="0">
                <a:solidFill>
                  <a:srgbClr val="0C056D"/>
                </a:solidFill>
              </a:rPr>
              <a:t>Проверочная выборка 20% — одно разбиение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600" dirty="0">
                <a:solidFill>
                  <a:srgbClr val="0C056D"/>
                </a:solidFill>
              </a:rPr>
              <a:t>Функция потерь MSE, метрика R²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600" dirty="0" err="1">
                <a:solidFill>
                  <a:srgbClr val="0C056D"/>
                </a:solidFill>
              </a:rPr>
              <a:t>EarlyStopping</a:t>
            </a:r>
            <a:r>
              <a:rPr lang="ru-RU" sz="1600" dirty="0">
                <a:solidFill>
                  <a:srgbClr val="0C056D"/>
                </a:solidFill>
              </a:rPr>
              <a:t>: </a:t>
            </a:r>
            <a:r>
              <a:rPr lang="ru-RU" sz="1600" dirty="0" err="1">
                <a:solidFill>
                  <a:srgbClr val="0C056D"/>
                </a:solidFill>
              </a:rPr>
              <a:t>val_loss</a:t>
            </a:r>
            <a:r>
              <a:rPr lang="ru-RU" sz="1600" dirty="0">
                <a:solidFill>
                  <a:srgbClr val="0C056D"/>
                </a:solidFill>
              </a:rPr>
              <a:t>, </a:t>
            </a:r>
            <a:r>
              <a:rPr lang="ru-RU" sz="1600" dirty="0" err="1">
                <a:solidFill>
                  <a:srgbClr val="0C056D"/>
                </a:solidFill>
              </a:rPr>
              <a:t>min_delta</a:t>
            </a:r>
            <a:r>
              <a:rPr lang="ru-RU" sz="1600" dirty="0">
                <a:solidFill>
                  <a:srgbClr val="0C056D"/>
                </a:solidFill>
              </a:rPr>
              <a:t> 0.0001, </a:t>
            </a:r>
            <a:r>
              <a:rPr lang="ru-RU" sz="1600" dirty="0" err="1">
                <a:solidFill>
                  <a:srgbClr val="0C056D"/>
                </a:solidFill>
              </a:rPr>
              <a:t>patience</a:t>
            </a:r>
            <a:r>
              <a:rPr lang="ru-RU" sz="1600" dirty="0">
                <a:solidFill>
                  <a:srgbClr val="0C056D"/>
                </a:solidFill>
              </a:rPr>
              <a:t> 30</a:t>
            </a:r>
          </a:p>
        </p:txBody>
      </p:sp>
      <p:sp>
        <p:nvSpPr>
          <p:cNvPr id="5" name="Google Shape;362;p33">
            <a:extLst>
              <a:ext uri="{FF2B5EF4-FFF2-40B4-BE49-F238E27FC236}">
                <a16:creationId xmlns:a16="http://schemas.microsoft.com/office/drawing/2014/main" id="{265B05E4-1711-B0FC-D22F-D3ED722BB876}"/>
              </a:ext>
            </a:extLst>
          </p:cNvPr>
          <p:cNvSpPr/>
          <p:nvPr/>
        </p:nvSpPr>
        <p:spPr>
          <a:xfrm>
            <a:off x="5567680" y="1337232"/>
            <a:ext cx="3007360" cy="2228928"/>
          </a:xfrm>
          <a:prstGeom prst="roundRect">
            <a:avLst>
              <a:gd name="adj" fmla="val 12687"/>
            </a:avLst>
          </a:prstGeom>
          <a:gradFill>
            <a:gsLst>
              <a:gs pos="98000">
                <a:srgbClr val="0C056D"/>
              </a:gs>
              <a:gs pos="0">
                <a:srgbClr val="590D82"/>
              </a:gs>
            </a:gsLst>
            <a:lin ang="2700000" scaled="0"/>
          </a:gra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1600" b="1"/>
              <a:t>Почему так</a:t>
            </a:r>
          </a:p>
          <a:p>
            <a:r>
              <a:rPr lang="ru-RU" sz="15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Меняли только архитектуру, поэтому разницу в качестве можно приписать размеру сети. Сети 1–3 прошли все 300 эпох: ошибка на проверке ещё медленно снижалась.</a:t>
            </a:r>
          </a:p>
        </p:txBody>
      </p:sp>
    </p:spTree>
    <p:extLst>
      <p:ext uri="{BB962C8B-B14F-4D97-AF65-F5344CB8AC3E}">
        <p14:creationId xmlns:p14="http://schemas.microsoft.com/office/powerpoint/2010/main" val="3347797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25">
            <a:extLst>
              <a:ext uri="{FF2B5EF4-FFF2-40B4-BE49-F238E27FC236}">
                <a16:creationId xmlns:a16="http://schemas.microsoft.com/office/drawing/2014/main" id="{CE6FF3F9-4D70-63EE-0660-A96E8D35172B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Таблица экспериментов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29768" y="1188720"/>
          <a:ext cx="8138160" cy="2371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73152" marR="73152" marT="36576" marB="36576" anchor="ctr">
                    <a:solidFill>
                      <a:srgbClr val="B61AA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Скрытые слои</a:t>
                      </a:r>
                    </a:p>
                  </a:txBody>
                  <a:tcPr marL="73152" marR="73152" marT="36576" marB="36576" anchor="ctr">
                    <a:solidFill>
                      <a:srgbClr val="B61A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Параметров</a:t>
                      </a:r>
                    </a:p>
                  </a:txBody>
                  <a:tcPr marL="73152" marR="73152" marT="36576" marB="36576" anchor="ctr">
                    <a:solidFill>
                      <a:srgbClr val="B61A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Эпох</a:t>
                      </a:r>
                    </a:p>
                  </a:txBody>
                  <a:tcPr marL="73152" marR="73152" marT="36576" marB="36576" anchor="ctr">
                    <a:solidFill>
                      <a:srgbClr val="B61A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Потери обуч.</a:t>
                      </a:r>
                    </a:p>
                  </a:txBody>
                  <a:tcPr marL="73152" marR="73152" marT="36576" marB="36576" anchor="ctr">
                    <a:solidFill>
                      <a:srgbClr val="B61A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Потери пров.</a:t>
                      </a:r>
                    </a:p>
                  </a:txBody>
                  <a:tcPr marL="73152" marR="73152" marT="36576" marB="36576" anchor="ctr">
                    <a:solidFill>
                      <a:srgbClr val="B61A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R² обуч.</a:t>
                      </a:r>
                    </a:p>
                  </a:txBody>
                  <a:tcPr marL="73152" marR="73152" marT="36576" marB="36576" anchor="ctr">
                    <a:solidFill>
                      <a:srgbClr val="B61A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R² пров.</a:t>
                      </a:r>
                    </a:p>
                  </a:txBody>
                  <a:tcPr marL="73152" marR="73152" marT="36576" marB="36576" anchor="ctr">
                    <a:solidFill>
                      <a:srgbClr val="B61A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нет (линейная)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97*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0.6416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0.6530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0.0839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0.0727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64 → 32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2 561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0.0546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0.0665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0.9220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0.9097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256 → 256 → 128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100 609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0.0081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0.0143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0.9885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C056D"/>
                          </a:solidFill>
                          <a:latin typeface="Arial"/>
                        </a:rPr>
                        <a:t>0.9798</a:t>
                      </a:r>
                    </a:p>
                  </a:txBody>
                  <a:tcPr marL="73152" marR="73152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BD5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512 → 512 → 256 → 128</a:t>
                      </a:r>
                    </a:p>
                  </a:txBody>
                  <a:tcPr marL="73152" marR="73152" marT="36576" marB="36576" anchor="ctr">
                    <a:solidFill>
                      <a:srgbClr val="FBD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430 593</a:t>
                      </a:r>
                    </a:p>
                  </a:txBody>
                  <a:tcPr marL="73152" marR="73152" marT="36576" marB="36576" anchor="ctr">
                    <a:solidFill>
                      <a:srgbClr val="FBD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73152" marR="73152" marT="36576" marB="36576" anchor="ctr">
                    <a:solidFill>
                      <a:srgbClr val="FBD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0.0046</a:t>
                      </a:r>
                    </a:p>
                  </a:txBody>
                  <a:tcPr marL="73152" marR="73152" marT="36576" marB="36576" anchor="ctr">
                    <a:solidFill>
                      <a:srgbClr val="FBD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0.0110</a:t>
                      </a:r>
                    </a:p>
                  </a:txBody>
                  <a:tcPr marL="73152" marR="73152" marT="36576" marB="36576" anchor="ctr">
                    <a:solidFill>
                      <a:srgbClr val="FBD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0.9934</a:t>
                      </a:r>
                    </a:p>
                  </a:txBody>
                  <a:tcPr marL="73152" marR="73152" marT="36576" marB="36576" anchor="ctr">
                    <a:solidFill>
                      <a:srgbClr val="FBD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C056D"/>
                          </a:solidFill>
                          <a:latin typeface="Arial"/>
                        </a:rPr>
                        <a:t>0.9846</a:t>
                      </a:r>
                    </a:p>
                  </a:txBody>
                  <a:tcPr marL="73152" marR="73152" marT="36576" marB="36576" anchor="ctr">
                    <a:solidFill>
                      <a:srgbClr val="FBD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29768" y="3703320"/>
            <a:ext cx="8229600" cy="7530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0C056D"/>
                </a:solidFill>
                <a:latin typeface="Arial"/>
              </a:rPr>
              <a:t>Потери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— MSE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целевой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переменной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стандартизированной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NNTrack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.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Общие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условия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: Adam,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lr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0.001,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пакет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128,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проверка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20% (seed 123).</a:t>
            </a: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0C056D"/>
                </a:solidFill>
                <a:latin typeface="Arial"/>
              </a:rPr>
              <a:t>*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остановлено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EarlyStopping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.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Финальная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модель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—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эксперимент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25">
            <a:extLst>
              <a:ext uri="{FF2B5EF4-FFF2-40B4-BE49-F238E27FC236}">
                <a16:creationId xmlns:a16="http://schemas.microsoft.com/office/drawing/2014/main" id="{CE6FF3F9-4D70-63EE-0660-A96E8D35172B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Сравнение экспериментов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762199"/>
              </p:ext>
            </p:extLst>
          </p:nvPr>
        </p:nvGraphicFramePr>
        <p:xfrm>
          <a:off x="320040" y="1051560"/>
          <a:ext cx="53949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362;p33">
            <a:extLst>
              <a:ext uri="{FF2B5EF4-FFF2-40B4-BE49-F238E27FC236}">
                <a16:creationId xmlns:a16="http://schemas.microsoft.com/office/drawing/2014/main" id="{265B05E4-1711-B0FC-D22F-D3ED722BB876}"/>
              </a:ext>
            </a:extLst>
          </p:cNvPr>
          <p:cNvSpPr/>
          <p:nvPr/>
        </p:nvSpPr>
        <p:spPr>
          <a:xfrm>
            <a:off x="5897880" y="1097280"/>
            <a:ext cx="2834640" cy="3291840"/>
          </a:xfrm>
          <a:prstGeom prst="roundRect">
            <a:avLst>
              <a:gd name="adj" fmla="val 12687"/>
            </a:avLst>
          </a:prstGeom>
          <a:gradFill>
            <a:gsLst>
              <a:gs pos="98000">
                <a:srgbClr val="0C056D"/>
              </a:gs>
              <a:gs pos="0">
                <a:srgbClr val="590D82"/>
              </a:gs>
            </a:gsLst>
            <a:lin ang="2700000" scaled="0"/>
          </a:gradFill>
          <a:ln w="9525">
            <a:solidFill>
              <a:srgbClr val="B61A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1600" b="1"/>
              <a:t>Что видно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Нелинейность и размер сети дают главный рост: R² 0.07 → 0.91 → 0.98 → 0.985.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Разрыв обучение/проверка не больше 0.013 — переобучения нет.</a:t>
            </a:r>
          </a:p>
          <a:p>
            <a:pPr>
              <a:spcAft>
                <a:spcPts val="600"/>
              </a:spcAft>
            </a:pPr>
            <a:r>
              <a:rPr lang="ru-RU" sz="14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Эксп. 3 лучший, прирост над эксп. 2 уже небольшой.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9A979929-A74D-157B-AAF4-515A91A19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6457E2BD-3E29-9F1B-FDF2-205D8466BCEC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Финальная модель и качество</a:t>
            </a:r>
          </a:p>
        </p:txBody>
      </p:sp>
      <p:sp>
        <p:nvSpPr>
          <p:cNvPr id="2" name="Google Shape;361;p33">
            <a:extLst>
              <a:ext uri="{FF2B5EF4-FFF2-40B4-BE49-F238E27FC236}">
                <a16:creationId xmlns:a16="http://schemas.microsoft.com/office/drawing/2014/main" id="{EF4593B9-A0C4-0CCD-3776-3745D5C19CDF}"/>
              </a:ext>
            </a:extLst>
          </p:cNvPr>
          <p:cNvSpPr/>
          <p:nvPr/>
        </p:nvSpPr>
        <p:spPr>
          <a:xfrm>
            <a:off x="409483" y="1255952"/>
            <a:ext cx="3062180" cy="3140788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ru-RU" sz="1400" b="1" dirty="0">
                <a:solidFill>
                  <a:srgbClr val="F25D9C"/>
                </a:solidFill>
              </a:rPr>
              <a:t>ЭКСПЕРИМЕНТ 3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6 → 512 → 512 → 256 → 128 → 1, </a:t>
            </a:r>
            <a:r>
              <a:rPr lang="ru-RU" sz="1400" dirty="0" err="1">
                <a:solidFill>
                  <a:srgbClr val="0C056D"/>
                </a:solidFill>
              </a:rPr>
              <a:t>ReLU</a:t>
            </a:r>
            <a:endParaRPr lang="ru-RU" sz="1400" dirty="0">
              <a:solidFill>
                <a:srgbClr val="0C056D"/>
              </a:solidFill>
            </a:endParaRP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430 593 параметра, 300 эпох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Проверка: 5 144 строки, которых модель не видела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Экспорт </a:t>
            </a:r>
            <a:r>
              <a:rPr lang="ru-RU" sz="1400" dirty="0" err="1">
                <a:solidFill>
                  <a:srgbClr val="0C056D"/>
                </a:solidFill>
              </a:rPr>
              <a:t>TorchScript</a:t>
            </a:r>
            <a:r>
              <a:rPr lang="ru-RU" sz="1400" dirty="0">
                <a:solidFill>
                  <a:srgbClr val="0C056D"/>
                </a:solidFill>
              </a:rPr>
              <a:t> работает на исходных данных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188720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2400" b="1">
                <a:solidFill>
                  <a:srgbClr val="B61AAE"/>
                </a:solidFill>
                <a:latin typeface="Arial"/>
              </a:rPr>
              <a:t>R² = 0.985</a:t>
            </a:r>
          </a:p>
          <a:p>
            <a:pPr algn="l"/>
            <a:r>
              <a:rPr sz="1400" b="0">
                <a:solidFill>
                  <a:srgbClr val="0C056D"/>
                </a:solidFill>
                <a:latin typeface="Arial"/>
              </a:rPr>
              <a:t>объясняет 98.5% разброса урожайности (на обучении 0.994)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267712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2400" b="1" dirty="0">
                <a:solidFill>
                  <a:srgbClr val="B61AAE"/>
                </a:solidFill>
                <a:latin typeface="Arial"/>
              </a:rPr>
              <a:t>MAE = 0.051 ≈ 0.51 т/</a:t>
            </a:r>
            <a:r>
              <a:rPr sz="2400" b="1" dirty="0" err="1">
                <a:solidFill>
                  <a:srgbClr val="B61AAE"/>
                </a:solidFill>
                <a:latin typeface="Arial"/>
              </a:rPr>
              <a:t>га</a:t>
            </a:r>
            <a:endParaRPr sz="2400" b="1" dirty="0">
              <a:solidFill>
                <a:srgbClr val="B61AAE"/>
              </a:solidFill>
              <a:latin typeface="Arial"/>
            </a:endParaRPr>
          </a:p>
          <a:p>
            <a:pPr algn="l"/>
            <a:r>
              <a:rPr sz="1400" b="0" dirty="0">
                <a:solidFill>
                  <a:srgbClr val="0C056D"/>
                </a:solidFill>
                <a:latin typeface="Arial"/>
              </a:rPr>
              <a:t>у </a:t>
            </a:r>
            <a:r>
              <a:rPr sz="1400" b="0" dirty="0" err="1">
                <a:solidFill>
                  <a:srgbClr val="0C056D"/>
                </a:solidFill>
                <a:latin typeface="Arial"/>
              </a:rPr>
              <a:t>прогноза</a:t>
            </a:r>
            <a:r>
              <a:rPr sz="1400" b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0C056D"/>
                </a:solidFill>
                <a:latin typeface="Arial"/>
              </a:rPr>
              <a:t>средним</a:t>
            </a:r>
            <a:r>
              <a:rPr sz="1400" b="0" dirty="0">
                <a:solidFill>
                  <a:srgbClr val="0C056D"/>
                </a:solidFill>
                <a:latin typeface="Arial"/>
              </a:rPr>
              <a:t>: 0.631 ≈ 6.3 т/</a:t>
            </a:r>
            <a:r>
              <a:rPr sz="1400" b="0" dirty="0" err="1">
                <a:solidFill>
                  <a:srgbClr val="0C056D"/>
                </a:solidFill>
                <a:latin typeface="Arial"/>
              </a:rPr>
              <a:t>га</a:t>
            </a:r>
            <a:endParaRPr sz="1400" b="0" dirty="0">
              <a:solidFill>
                <a:srgbClr val="0C056D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40480" y="3346704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l"/>
            <a:r>
              <a:rPr sz="2400" b="1">
                <a:solidFill>
                  <a:srgbClr val="B61AAE"/>
                </a:solidFill>
                <a:latin typeface="Arial"/>
              </a:rPr>
              <a:t>RMSE = 0.104 ≈ 1.04 т/га</a:t>
            </a:r>
          </a:p>
          <a:p>
            <a:pPr algn="l"/>
            <a:r>
              <a:rPr sz="1400" b="0">
                <a:solidFill>
                  <a:srgbClr val="0C056D"/>
                </a:solidFill>
                <a:latin typeface="Arial"/>
              </a:rPr>
              <a:t>у прогноза средним: 0.836 ≈ 8.4 т/га</a:t>
            </a:r>
          </a:p>
        </p:txBody>
      </p:sp>
    </p:spTree>
    <p:extLst>
      <p:ext uri="{BB962C8B-B14F-4D97-AF65-F5344CB8AC3E}">
        <p14:creationId xmlns:p14="http://schemas.microsoft.com/office/powerpoint/2010/main" val="2471612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25">
            <a:extLst>
              <a:ext uri="{FF2B5EF4-FFF2-40B4-BE49-F238E27FC236}">
                <a16:creationId xmlns:a16="http://schemas.microsoft.com/office/drawing/2014/main" id="{CE6FF3F9-4D70-63EE-0660-A96E8D35172B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Анализ ошибок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232366"/>
              </p:ext>
            </p:extLst>
          </p:nvPr>
        </p:nvGraphicFramePr>
        <p:xfrm>
          <a:off x="320040" y="12801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960120"/>
            <a:ext cx="49377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5D9C"/>
                </a:solidFill>
                <a:latin typeface="Arial"/>
              </a:rPr>
              <a:t>Средняя ошибка на проверке по культурам, т/га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05840"/>
            <a:ext cx="3291840" cy="29484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 algn="l">
              <a:spcAft>
                <a:spcPts val="800"/>
              </a:spcAft>
              <a:buClr>
                <a:srgbClr val="F25D9C"/>
              </a:buClr>
              <a:buFont typeface="Arial"/>
              <a:buChar char="•"/>
            </a:pPr>
            <a:r>
              <a:rPr sz="1400" b="0" i="0" dirty="0" err="1">
                <a:solidFill>
                  <a:srgbClr val="0C056D"/>
                </a:solidFill>
                <a:latin typeface="Arial"/>
              </a:rPr>
              <a:t>Больше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всего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ошибок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у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картофеля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и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бананов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: у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них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самая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высокая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урожайность</a:t>
            </a:r>
            <a:endParaRPr sz="1400" b="0" i="0" dirty="0">
              <a:solidFill>
                <a:srgbClr val="0C056D"/>
              </a:solidFill>
              <a:latin typeface="Arial"/>
            </a:endParaRPr>
          </a:p>
          <a:p>
            <a:pPr marL="228600" indent="-228600" algn="l">
              <a:spcAft>
                <a:spcPts val="800"/>
              </a:spcAft>
              <a:buClr>
                <a:srgbClr val="F25D9C"/>
              </a:buClr>
              <a:buFont typeface="Arial"/>
              <a:buChar char="•"/>
            </a:pPr>
            <a:r>
              <a:rPr sz="1400" b="0" i="0" dirty="0">
                <a:solidFill>
                  <a:srgbClr val="0C056D"/>
                </a:solidFill>
                <a:latin typeface="Arial"/>
              </a:rPr>
              <a:t>В %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урожая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: 4–8% у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клубнеплодов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, 15–18% у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сорго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и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сои</a:t>
            </a:r>
            <a:endParaRPr sz="1400" b="0" i="0" dirty="0">
              <a:solidFill>
                <a:srgbClr val="0C056D"/>
              </a:solidFill>
              <a:latin typeface="Arial"/>
            </a:endParaRPr>
          </a:p>
          <a:p>
            <a:pPr marL="228600" indent="-228600" algn="l">
              <a:spcAft>
                <a:spcPts val="800"/>
              </a:spcAft>
              <a:buClr>
                <a:srgbClr val="F25D9C"/>
              </a:buClr>
              <a:buFont typeface="Arial"/>
              <a:buChar char="•"/>
            </a:pPr>
            <a:r>
              <a:rPr sz="1400" b="0" i="0" dirty="0" err="1">
                <a:solidFill>
                  <a:srgbClr val="0C056D"/>
                </a:solidFill>
                <a:latin typeface="Arial"/>
              </a:rPr>
              <a:t>Крупнейшие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промахи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—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редкие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скачки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урожая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в 2–3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раза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(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картофель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: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факт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40.1,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прогноз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20.5 т/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га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)</a:t>
            </a:r>
          </a:p>
          <a:p>
            <a:pPr marL="228600" indent="-228600" algn="l">
              <a:spcAft>
                <a:spcPts val="800"/>
              </a:spcAft>
              <a:buClr>
                <a:srgbClr val="F25D9C"/>
              </a:buClr>
              <a:buFont typeface="Arial"/>
              <a:buChar char="•"/>
            </a:pPr>
            <a:r>
              <a:rPr sz="1400" b="0" i="0" dirty="0" err="1">
                <a:solidFill>
                  <a:srgbClr val="0C056D"/>
                </a:solidFill>
                <a:latin typeface="Arial"/>
              </a:rPr>
              <a:t>Половина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прогнозов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ошибается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меньше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чем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на</a:t>
            </a:r>
            <a:r>
              <a:rPr sz="1400" b="0" i="0" dirty="0">
                <a:solidFill>
                  <a:srgbClr val="0C056D"/>
                </a:solidFill>
                <a:latin typeface="Arial"/>
              </a:rPr>
              <a:t> 0.25 т/</a:t>
            </a:r>
            <a:r>
              <a:rPr sz="1400" b="0" i="0" dirty="0" err="1">
                <a:solidFill>
                  <a:srgbClr val="0C056D"/>
                </a:solidFill>
                <a:latin typeface="Arial"/>
              </a:rPr>
              <a:t>га</a:t>
            </a:r>
            <a:endParaRPr sz="1400" b="0" i="0" dirty="0">
              <a:solidFill>
                <a:srgbClr val="0C056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2510FF77-64C0-469F-6CAF-5D674DC4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0;p25">
            <a:extLst>
              <a:ext uri="{FF2B5EF4-FFF2-40B4-BE49-F238E27FC236}">
                <a16:creationId xmlns:a16="http://schemas.microsoft.com/office/drawing/2014/main" id="{D99B6358-B96D-B8B2-2A29-89FC33E9D1A5}"/>
              </a:ext>
            </a:extLst>
          </p:cNvPr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name="adj" fmla="val 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>
                <a:solidFill>
                  <a:srgbClr val="FFFFFF"/>
                </a:solidFill>
              </a:rPr>
              <a:t>Выводы и план развития</a:t>
            </a:r>
          </a:p>
        </p:txBody>
      </p:sp>
      <p:sp>
        <p:nvSpPr>
          <p:cNvPr id="4" name="Google Shape;361;p33">
            <a:extLst>
              <a:ext uri="{FF2B5EF4-FFF2-40B4-BE49-F238E27FC236}">
                <a16:creationId xmlns:a16="http://schemas.microsoft.com/office/drawing/2014/main" id="{B1ED7304-40F1-C285-2530-6369592AF021}"/>
              </a:ext>
            </a:extLst>
          </p:cNvPr>
          <p:cNvSpPr/>
          <p:nvPr/>
        </p:nvSpPr>
        <p:spPr>
          <a:xfrm>
            <a:off x="5304292" y="1371600"/>
            <a:ext cx="3420607" cy="1115985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ru-RU" sz="1400" b="1">
                <a:solidFill>
                  <a:srgbClr val="0C056D"/>
                </a:solidFill>
              </a:rPr>
              <a:t>Только регионы и культуры из датасета</a:t>
            </a:r>
          </a:p>
          <a:p>
            <a:pPr>
              <a:spcAft>
                <a:spcPts val="600"/>
              </a:spcAft>
            </a:pPr>
            <a:r>
              <a:rPr lang="ru-RU" sz="1400" b="1">
                <a:solidFill>
                  <a:srgbClr val="0C056D"/>
                </a:solidFill>
              </a:rPr>
              <a:t>Годы после 2011 и аномальные урожаи — менее надёжно</a:t>
            </a:r>
          </a:p>
          <a:p>
            <a:pPr>
              <a:spcAft>
                <a:spcPts val="600"/>
              </a:spcAft>
            </a:pPr>
            <a:r>
              <a:rPr lang="ru-RU" sz="1400" b="1">
                <a:solidFill>
                  <a:srgbClr val="0C056D"/>
                </a:solidFill>
              </a:rPr>
              <a:t>9 из 25 723 прогнозов отрицательные</a:t>
            </a:r>
          </a:p>
        </p:txBody>
      </p:sp>
      <p:sp>
        <p:nvSpPr>
          <p:cNvPr id="2" name="Google Shape;361;p33">
            <a:extLst>
              <a:ext uri="{FF2B5EF4-FFF2-40B4-BE49-F238E27FC236}">
                <a16:creationId xmlns:a16="http://schemas.microsoft.com/office/drawing/2014/main" id="{266FF079-B77E-D3A4-6780-769C19FA06A0}"/>
              </a:ext>
            </a:extLst>
          </p:cNvPr>
          <p:cNvSpPr/>
          <p:nvPr/>
        </p:nvSpPr>
        <p:spPr>
          <a:xfrm>
            <a:off x="575737" y="1280159"/>
            <a:ext cx="4217243" cy="1291591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Сеть из 4 скрытых слоёв в </a:t>
            </a:r>
            <a:r>
              <a:rPr lang="ru-RU" sz="1400" dirty="0" err="1">
                <a:solidFill>
                  <a:srgbClr val="0C056D"/>
                </a:solidFill>
              </a:rPr>
              <a:t>NNTrack</a:t>
            </a:r>
            <a:r>
              <a:rPr lang="ru-RU" sz="1400" dirty="0">
                <a:solidFill>
                  <a:srgbClr val="0C056D"/>
                </a:solidFill>
              </a:rPr>
              <a:t>: R² 0.985, MAE ≈ 0.51 т/га на новых данных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Главный рост качества дали нелинейность и размер сети</a:t>
            </a:r>
          </a:p>
          <a:p>
            <a:pPr marL="171450" indent="-171450">
              <a:spcAft>
                <a:spcPts val="600"/>
              </a:spcAft>
              <a:buClr>
                <a:srgbClr val="F25D9C"/>
              </a:buClr>
              <a:buFont typeface="Arial" panose="020B0604020202020204" pitchFamily="34" charset="0"/>
              <a:buChar char="●"/>
            </a:pPr>
            <a:r>
              <a:rPr lang="ru-RU" sz="1400" dirty="0">
                <a:solidFill>
                  <a:srgbClr val="0C056D"/>
                </a:solidFill>
              </a:rPr>
              <a:t>Переобучения нет; модель экспортирована в </a:t>
            </a:r>
            <a:r>
              <a:rPr lang="ru-RU" sz="1400" dirty="0" err="1">
                <a:solidFill>
                  <a:srgbClr val="0C056D"/>
                </a:solidFill>
              </a:rPr>
              <a:t>TorchScript</a:t>
            </a:r>
            <a:r>
              <a:rPr lang="ru-RU" sz="1400" dirty="0">
                <a:solidFill>
                  <a:srgbClr val="0C056D"/>
                </a:solidFill>
              </a:rPr>
              <a:t> и проверена</a:t>
            </a:r>
          </a:p>
        </p:txBody>
      </p:sp>
      <p:sp>
        <p:nvSpPr>
          <p:cNvPr id="5" name="Правая фигурная скобка 4">
            <a:extLst>
              <a:ext uri="{FF2B5EF4-FFF2-40B4-BE49-F238E27FC236}">
                <a16:creationId xmlns:a16="http://schemas.microsoft.com/office/drawing/2014/main" id="{0BF84719-4F40-FDA0-D15B-4CA5C2413442}"/>
              </a:ext>
            </a:extLst>
          </p:cNvPr>
          <p:cNvSpPr/>
          <p:nvPr/>
        </p:nvSpPr>
        <p:spPr>
          <a:xfrm>
            <a:off x="4774662" y="1213658"/>
            <a:ext cx="315883" cy="1613362"/>
          </a:xfrm>
          <a:prstGeom prst="rightBrace">
            <a:avLst>
              <a:gd name="adj1" fmla="val 79386"/>
              <a:gd name="adj2" fmla="val 50000"/>
            </a:avLst>
          </a:prstGeom>
          <a:ln w="19050">
            <a:solidFill>
              <a:srgbClr val="F25D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Google Shape;361;p33">
            <a:extLst>
              <a:ext uri="{FF2B5EF4-FFF2-40B4-BE49-F238E27FC236}">
                <a16:creationId xmlns:a16="http://schemas.microsoft.com/office/drawing/2014/main" id="{92095432-BE0C-5D22-B00E-FF6A84228F95}"/>
              </a:ext>
            </a:extLst>
          </p:cNvPr>
          <p:cNvSpPr/>
          <p:nvPr/>
        </p:nvSpPr>
        <p:spPr>
          <a:xfrm>
            <a:off x="717053" y="3410989"/>
            <a:ext cx="1988047" cy="803739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ru-RU" sz="1400" b="1">
                <a:solidFill>
                  <a:srgbClr val="0C056D"/>
                </a:solidFill>
              </a:rPr>
              <a:t>One-hot кодирование регионов и культур</a:t>
            </a:r>
          </a:p>
        </p:txBody>
      </p:sp>
      <p:sp>
        <p:nvSpPr>
          <p:cNvPr id="7" name="Google Shape;361;p33">
            <a:extLst>
              <a:ext uri="{FF2B5EF4-FFF2-40B4-BE49-F238E27FC236}">
                <a16:creationId xmlns:a16="http://schemas.microsoft.com/office/drawing/2014/main" id="{61F647AC-03FE-6743-C3DA-98859F66C49B}"/>
              </a:ext>
            </a:extLst>
          </p:cNvPr>
          <p:cNvSpPr/>
          <p:nvPr/>
        </p:nvSpPr>
        <p:spPr>
          <a:xfrm>
            <a:off x="3149544" y="3410989"/>
            <a:ext cx="1710303" cy="803739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ru-RU" sz="1400" b="1">
                <a:solidFill>
                  <a:srgbClr val="0C056D"/>
                </a:solidFill>
              </a:rPr>
              <a:t>Новые признаки: почва, сорт, удобрения</a:t>
            </a:r>
          </a:p>
        </p:txBody>
      </p:sp>
      <p:sp>
        <p:nvSpPr>
          <p:cNvPr id="8" name="Google Shape;361;p33">
            <a:extLst>
              <a:ext uri="{FF2B5EF4-FFF2-40B4-BE49-F238E27FC236}">
                <a16:creationId xmlns:a16="http://schemas.microsoft.com/office/drawing/2014/main" id="{993E6724-0068-D96F-3231-8607D48A7725}"/>
              </a:ext>
            </a:extLst>
          </p:cNvPr>
          <p:cNvSpPr/>
          <p:nvPr/>
        </p:nvSpPr>
        <p:spPr>
          <a:xfrm>
            <a:off x="5304292" y="3410989"/>
            <a:ext cx="2705100" cy="904703"/>
          </a:xfrm>
          <a:prstGeom prst="roundRect">
            <a:avLst>
              <a:gd name="adj" fmla="val 0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ru-RU" sz="1400" b="1">
                <a:solidFill>
                  <a:srgbClr val="0C056D"/>
                </a:solidFill>
              </a:rPr>
              <a:t>Проверка на будущих годах, ансамбль сетей</a:t>
            </a:r>
          </a:p>
        </p:txBody>
      </p:sp>
      <p:sp>
        <p:nvSpPr>
          <p:cNvPr id="9" name="Стрелка: шеврон 8">
            <a:extLst>
              <a:ext uri="{FF2B5EF4-FFF2-40B4-BE49-F238E27FC236}">
                <a16:creationId xmlns:a16="http://schemas.microsoft.com/office/drawing/2014/main" id="{1B37FFAE-E47D-149F-24AE-497D3DAC8FBC}"/>
              </a:ext>
            </a:extLst>
          </p:cNvPr>
          <p:cNvSpPr/>
          <p:nvPr/>
        </p:nvSpPr>
        <p:spPr>
          <a:xfrm>
            <a:off x="2612026" y="3467100"/>
            <a:ext cx="358140" cy="693420"/>
          </a:xfrm>
          <a:prstGeom prst="chevron">
            <a:avLst>
              <a:gd name="adj" fmla="val 65152"/>
            </a:avLst>
          </a:prstGeom>
          <a:solidFill>
            <a:srgbClr val="F25D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4" name="Стрелка: шеврон 23">
            <a:extLst>
              <a:ext uri="{FF2B5EF4-FFF2-40B4-BE49-F238E27FC236}">
                <a16:creationId xmlns:a16="http://schemas.microsoft.com/office/drawing/2014/main" id="{003BA45D-2896-3775-88B5-3948BF4EBAD5}"/>
              </a:ext>
            </a:extLst>
          </p:cNvPr>
          <p:cNvSpPr/>
          <p:nvPr/>
        </p:nvSpPr>
        <p:spPr>
          <a:xfrm>
            <a:off x="4812494" y="3467100"/>
            <a:ext cx="358140" cy="693420"/>
          </a:xfrm>
          <a:prstGeom prst="chevron">
            <a:avLst>
              <a:gd name="adj" fmla="val 65152"/>
            </a:avLst>
          </a:prstGeom>
          <a:solidFill>
            <a:srgbClr val="F25D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960120"/>
            <a:ext cx="27432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5D9C"/>
                </a:solidFill>
                <a:latin typeface="Arial"/>
              </a:rPr>
              <a:t>ВЫВОДЫ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960120"/>
            <a:ext cx="32918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5D9C"/>
                </a:solidFill>
                <a:latin typeface="Arial"/>
              </a:rPr>
              <a:t>ОГРАНИЧЕНИЯ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063240"/>
            <a:ext cx="36576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25D9C"/>
                </a:solidFill>
                <a:latin typeface="Arial"/>
              </a:rPr>
              <a:t>ПЛАН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3044531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1287</Words>
  <Application>Microsoft Office PowerPoint</Application>
  <PresentationFormat>Экран (16:9)</PresentationFormat>
  <Paragraphs>302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Eleum Loyce</cp:lastModifiedBy>
  <cp:revision>80</cp:revision>
  <dcterms:modified xsi:type="dcterms:W3CDTF">2026-10-10T17:13:46Z</dcterms:modified>
</cp:coreProperties>
</file>